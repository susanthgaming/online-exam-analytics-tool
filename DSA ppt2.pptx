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Lst>
  <p:sldSz cx="18288000" cy="10287000"/>
  <p:notesSz cx="6858000" cy="9144000"/>
  <p:embeddedFontLst>
    <p:embeddedFont>
      <p:font typeface="Poppins" panose="00000500000000000000" pitchFamily="2" charset="0"/>
      <p:regular r:id="rId9"/>
    </p:embeddedFont>
    <p:embeddedFont>
      <p:font typeface="Poppins Bold" panose="020B0604020202020204" charset="0"/>
      <p:regular r:id="rId10"/>
    </p:embeddedFont>
    <p:embeddedFont>
      <p:font typeface="Poppins Bold Italics" panose="020B0604020202020204" charset="0"/>
      <p:regular r:id="rId1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60" d="100"/>
          <a:sy n="60" d="100"/>
        </p:scale>
        <p:origin x="370" y="3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font" Target="fonts/font1.fntdata"/><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2.sv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13.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15.pn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6.png"/><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4ED"/>
        </a:solidFill>
        <a:effectLst/>
      </p:bgPr>
    </p:bg>
    <p:spTree>
      <p:nvGrpSpPr>
        <p:cNvPr id="1" name=""/>
        <p:cNvGrpSpPr/>
        <p:nvPr/>
      </p:nvGrpSpPr>
      <p:grpSpPr>
        <a:xfrm>
          <a:off x="0" y="0"/>
          <a:ext cx="0" cy="0"/>
          <a:chOff x="0" y="0"/>
          <a:chExt cx="0" cy="0"/>
        </a:xfrm>
      </p:grpSpPr>
      <p:sp>
        <p:nvSpPr>
          <p:cNvPr id="2" name="Freeform 2"/>
          <p:cNvSpPr/>
          <p:nvPr/>
        </p:nvSpPr>
        <p:spPr>
          <a:xfrm>
            <a:off x="10014835" y="-17558788"/>
            <a:ext cx="9858953" cy="51215340"/>
          </a:xfrm>
          <a:custGeom>
            <a:avLst/>
            <a:gdLst/>
            <a:ahLst/>
            <a:cxnLst/>
            <a:rect l="l" t="t" r="r" b="b"/>
            <a:pathLst>
              <a:path w="9858953" h="51215340">
                <a:moveTo>
                  <a:pt x="0" y="0"/>
                </a:moveTo>
                <a:lnTo>
                  <a:pt x="9858953" y="0"/>
                </a:lnTo>
                <a:lnTo>
                  <a:pt x="9858953" y="51215340"/>
                </a:lnTo>
                <a:lnTo>
                  <a:pt x="0" y="51215340"/>
                </a:lnTo>
                <a:lnTo>
                  <a:pt x="0" y="0"/>
                </a:lnTo>
                <a:close/>
              </a:path>
            </a:pathLst>
          </a:custGeom>
          <a:blipFill>
            <a:blip r:embed="rId2"/>
            <a:stretch>
              <a:fillRect/>
            </a:stretch>
          </a:blipFill>
        </p:spPr>
      </p:sp>
      <p:grpSp>
        <p:nvGrpSpPr>
          <p:cNvPr id="3" name="Group 3"/>
          <p:cNvGrpSpPr/>
          <p:nvPr/>
        </p:nvGrpSpPr>
        <p:grpSpPr>
          <a:xfrm>
            <a:off x="599183" y="626219"/>
            <a:ext cx="17089633" cy="804962"/>
            <a:chOff x="0" y="0"/>
            <a:chExt cx="8628016" cy="406400"/>
          </a:xfrm>
        </p:grpSpPr>
        <p:sp>
          <p:nvSpPr>
            <p:cNvPr id="4" name="Freeform 4"/>
            <p:cNvSpPr/>
            <p:nvPr/>
          </p:nvSpPr>
          <p:spPr>
            <a:xfrm>
              <a:off x="0" y="0"/>
              <a:ext cx="8628016" cy="406400"/>
            </a:xfrm>
            <a:custGeom>
              <a:avLst/>
              <a:gdLst/>
              <a:ahLst/>
              <a:cxnLst/>
              <a:rect l="l" t="t" r="r" b="b"/>
              <a:pathLst>
                <a:path w="8628016" h="406400">
                  <a:moveTo>
                    <a:pt x="8424816" y="0"/>
                  </a:moveTo>
                  <a:cubicBezTo>
                    <a:pt x="8537040" y="0"/>
                    <a:pt x="8628016" y="90976"/>
                    <a:pt x="8628016" y="203200"/>
                  </a:cubicBezTo>
                  <a:cubicBezTo>
                    <a:pt x="8628016" y="315424"/>
                    <a:pt x="8537040" y="406400"/>
                    <a:pt x="8424816" y="406400"/>
                  </a:cubicBezTo>
                  <a:lnTo>
                    <a:pt x="203200" y="406400"/>
                  </a:lnTo>
                  <a:cubicBezTo>
                    <a:pt x="90976" y="406400"/>
                    <a:pt x="0" y="315424"/>
                    <a:pt x="0" y="203200"/>
                  </a:cubicBezTo>
                  <a:cubicBezTo>
                    <a:pt x="0" y="90976"/>
                    <a:pt x="90976" y="0"/>
                    <a:pt x="203200" y="0"/>
                  </a:cubicBezTo>
                  <a:close/>
                </a:path>
              </a:pathLst>
            </a:custGeom>
            <a:gradFill rotWithShape="1">
              <a:gsLst>
                <a:gs pos="0">
                  <a:srgbClr val="EFEFEF">
                    <a:alpha val="0"/>
                  </a:srgbClr>
                </a:gs>
                <a:gs pos="100000">
                  <a:srgbClr val="EFEFEF">
                    <a:alpha val="100000"/>
                  </a:srgbClr>
                </a:gs>
              </a:gsLst>
              <a:lin ang="5400000"/>
            </a:gradFill>
            <a:ln cap="sq">
              <a:noFill/>
              <a:prstDash val="solid"/>
              <a:miter/>
            </a:ln>
          </p:spPr>
        </p:sp>
        <p:sp>
          <p:nvSpPr>
            <p:cNvPr id="5" name="TextBox 5"/>
            <p:cNvSpPr txBox="1"/>
            <p:nvPr/>
          </p:nvSpPr>
          <p:spPr>
            <a:xfrm>
              <a:off x="0" y="-66675"/>
              <a:ext cx="8628016" cy="473075"/>
            </a:xfrm>
            <a:prstGeom prst="rect">
              <a:avLst/>
            </a:prstGeom>
          </p:spPr>
          <p:txBody>
            <a:bodyPr lIns="50800" tIns="50800" rIns="50800" bIns="50800" rtlCol="0" anchor="ctr"/>
            <a:lstStyle/>
            <a:p>
              <a:pPr marL="0" lvl="0" indent="0" algn="ctr">
                <a:lnSpc>
                  <a:spcPts val="2800"/>
                </a:lnSpc>
              </a:pPr>
              <a:endParaRPr/>
            </a:p>
          </p:txBody>
        </p:sp>
      </p:grpSp>
      <p:sp>
        <p:nvSpPr>
          <p:cNvPr id="6" name="Freeform 6"/>
          <p:cNvSpPr/>
          <p:nvPr/>
        </p:nvSpPr>
        <p:spPr>
          <a:xfrm>
            <a:off x="1028700" y="771584"/>
            <a:ext cx="543215" cy="543215"/>
          </a:xfrm>
          <a:custGeom>
            <a:avLst/>
            <a:gdLst/>
            <a:ahLst/>
            <a:cxnLst/>
            <a:rect l="l" t="t" r="r" b="b"/>
            <a:pathLst>
              <a:path w="543215" h="543215">
                <a:moveTo>
                  <a:pt x="0" y="0"/>
                </a:moveTo>
                <a:lnTo>
                  <a:pt x="543215" y="0"/>
                </a:lnTo>
                <a:lnTo>
                  <a:pt x="543215" y="543215"/>
                </a:lnTo>
                <a:lnTo>
                  <a:pt x="0" y="543215"/>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nvGrpSpPr>
          <p:cNvPr id="7" name="Group 7"/>
          <p:cNvGrpSpPr/>
          <p:nvPr/>
        </p:nvGrpSpPr>
        <p:grpSpPr>
          <a:xfrm>
            <a:off x="1114846" y="7045341"/>
            <a:ext cx="8334330" cy="804962"/>
            <a:chOff x="0" y="0"/>
            <a:chExt cx="4207740" cy="406400"/>
          </a:xfrm>
        </p:grpSpPr>
        <p:sp>
          <p:nvSpPr>
            <p:cNvPr id="8" name="Freeform 8"/>
            <p:cNvSpPr/>
            <p:nvPr/>
          </p:nvSpPr>
          <p:spPr>
            <a:xfrm>
              <a:off x="0" y="0"/>
              <a:ext cx="4207740" cy="406400"/>
            </a:xfrm>
            <a:custGeom>
              <a:avLst/>
              <a:gdLst/>
              <a:ahLst/>
              <a:cxnLst/>
              <a:rect l="l" t="t" r="r" b="b"/>
              <a:pathLst>
                <a:path w="4207740" h="406400">
                  <a:moveTo>
                    <a:pt x="4004540" y="0"/>
                  </a:moveTo>
                  <a:cubicBezTo>
                    <a:pt x="4116764" y="0"/>
                    <a:pt x="4207740" y="90976"/>
                    <a:pt x="4207740" y="203200"/>
                  </a:cubicBezTo>
                  <a:cubicBezTo>
                    <a:pt x="4207740" y="315424"/>
                    <a:pt x="4116764" y="406400"/>
                    <a:pt x="4004540" y="406400"/>
                  </a:cubicBezTo>
                  <a:lnTo>
                    <a:pt x="203200" y="406400"/>
                  </a:lnTo>
                  <a:cubicBezTo>
                    <a:pt x="90976" y="406400"/>
                    <a:pt x="0" y="315424"/>
                    <a:pt x="0" y="203200"/>
                  </a:cubicBezTo>
                  <a:cubicBezTo>
                    <a:pt x="0" y="90976"/>
                    <a:pt x="90976" y="0"/>
                    <a:pt x="203200" y="0"/>
                  </a:cubicBezTo>
                  <a:close/>
                </a:path>
              </a:pathLst>
            </a:custGeom>
            <a:ln w="19050" cap="sq">
              <a:gradFill>
                <a:gsLst>
                  <a:gs pos="0">
                    <a:srgbClr val="713784">
                      <a:alpha val="100000"/>
                    </a:srgbClr>
                  </a:gs>
                  <a:gs pos="100000">
                    <a:srgbClr val="A159B8">
                      <a:alpha val="100000"/>
                    </a:srgbClr>
                  </a:gs>
                </a:gsLst>
                <a:lin ang="5400000"/>
              </a:gradFill>
              <a:prstDash val="solid"/>
              <a:miter/>
            </a:ln>
          </p:spPr>
        </p:sp>
        <p:sp>
          <p:nvSpPr>
            <p:cNvPr id="9" name="TextBox 9"/>
            <p:cNvSpPr txBox="1"/>
            <p:nvPr/>
          </p:nvSpPr>
          <p:spPr>
            <a:xfrm>
              <a:off x="0" y="-66675"/>
              <a:ext cx="4207740" cy="473075"/>
            </a:xfrm>
            <a:prstGeom prst="rect">
              <a:avLst/>
            </a:prstGeom>
          </p:spPr>
          <p:txBody>
            <a:bodyPr lIns="50800" tIns="50800" rIns="50800" bIns="50800" rtlCol="0" anchor="ctr"/>
            <a:lstStyle/>
            <a:p>
              <a:pPr marL="0" lvl="0" indent="0" algn="ctr">
                <a:lnSpc>
                  <a:spcPts val="2800"/>
                </a:lnSpc>
              </a:pPr>
              <a:endParaRPr/>
            </a:p>
          </p:txBody>
        </p:sp>
      </p:grpSp>
      <p:grpSp>
        <p:nvGrpSpPr>
          <p:cNvPr id="10" name="Group 10"/>
          <p:cNvGrpSpPr/>
          <p:nvPr/>
        </p:nvGrpSpPr>
        <p:grpSpPr>
          <a:xfrm>
            <a:off x="11887264" y="1512901"/>
            <a:ext cx="4751734" cy="475173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FAF6EE">
                    <a:alpha val="0"/>
                  </a:srgbClr>
                </a:gs>
                <a:gs pos="100000">
                  <a:srgbClr val="F9F5ED">
                    <a:alpha val="100000"/>
                  </a:srgbClr>
                </a:gs>
              </a:gsLst>
              <a:lin ang="0"/>
            </a:gradFill>
          </p:spPr>
        </p:sp>
        <p:sp>
          <p:nvSpPr>
            <p:cNvPr id="12" name="TextBox 12"/>
            <p:cNvSpPr txBox="1"/>
            <p:nvPr/>
          </p:nvSpPr>
          <p:spPr>
            <a:xfrm>
              <a:off x="76200" y="9525"/>
              <a:ext cx="660400" cy="727075"/>
            </a:xfrm>
            <a:prstGeom prst="rect">
              <a:avLst/>
            </a:prstGeom>
          </p:spPr>
          <p:txBody>
            <a:bodyPr lIns="50800" tIns="50800" rIns="50800" bIns="50800" rtlCol="0" anchor="ctr"/>
            <a:lstStyle/>
            <a:p>
              <a:pPr marL="0" lvl="0" indent="0" algn="ctr">
                <a:lnSpc>
                  <a:spcPts val="2800"/>
                </a:lnSpc>
              </a:pPr>
              <a:endParaRPr/>
            </a:p>
          </p:txBody>
        </p:sp>
      </p:grpSp>
      <p:grpSp>
        <p:nvGrpSpPr>
          <p:cNvPr id="13" name="Group 13"/>
          <p:cNvGrpSpPr/>
          <p:nvPr/>
        </p:nvGrpSpPr>
        <p:grpSpPr>
          <a:xfrm>
            <a:off x="11887264" y="5128543"/>
            <a:ext cx="4751734" cy="4751734"/>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FAF6EE">
                    <a:alpha val="0"/>
                  </a:srgbClr>
                </a:gs>
                <a:gs pos="100000">
                  <a:srgbClr val="F9F5ED">
                    <a:alpha val="100000"/>
                  </a:srgbClr>
                </a:gs>
              </a:gsLst>
              <a:lin ang="0"/>
            </a:gradFill>
          </p:spPr>
        </p:sp>
        <p:sp>
          <p:nvSpPr>
            <p:cNvPr id="15" name="TextBox 15"/>
            <p:cNvSpPr txBox="1"/>
            <p:nvPr/>
          </p:nvSpPr>
          <p:spPr>
            <a:xfrm>
              <a:off x="76200" y="9525"/>
              <a:ext cx="660400" cy="727075"/>
            </a:xfrm>
            <a:prstGeom prst="rect">
              <a:avLst/>
            </a:prstGeom>
          </p:spPr>
          <p:txBody>
            <a:bodyPr lIns="50800" tIns="50800" rIns="50800" bIns="50800" rtlCol="0" anchor="ctr"/>
            <a:lstStyle/>
            <a:p>
              <a:pPr marL="0" lvl="0" indent="0" algn="ctr">
                <a:lnSpc>
                  <a:spcPts val="2800"/>
                </a:lnSpc>
              </a:pPr>
              <a:endParaRPr/>
            </a:p>
          </p:txBody>
        </p:sp>
      </p:grpSp>
      <p:sp>
        <p:nvSpPr>
          <p:cNvPr id="16" name="TextBox 16"/>
          <p:cNvSpPr txBox="1"/>
          <p:nvPr/>
        </p:nvSpPr>
        <p:spPr>
          <a:xfrm>
            <a:off x="1028700" y="2124424"/>
            <a:ext cx="8420476" cy="1337041"/>
          </a:xfrm>
          <a:prstGeom prst="rect">
            <a:avLst/>
          </a:prstGeom>
        </p:spPr>
        <p:txBody>
          <a:bodyPr lIns="0" tIns="0" rIns="0" bIns="0" rtlCol="0" anchor="t">
            <a:spAutoFit/>
          </a:bodyPr>
          <a:lstStyle/>
          <a:p>
            <a:pPr marL="0" lvl="0" indent="0" algn="l">
              <a:lnSpc>
                <a:spcPts val="10304"/>
              </a:lnSpc>
              <a:spcBef>
                <a:spcPct val="0"/>
              </a:spcBef>
            </a:pPr>
            <a:r>
              <a:rPr lang="en-US" sz="7360" b="1" dirty="0">
                <a:gradFill>
                  <a:gsLst>
                    <a:gs pos="0">
                      <a:srgbClr val="426CC2">
                        <a:alpha val="100000"/>
                      </a:srgbClr>
                    </a:gs>
                    <a:gs pos="100000">
                      <a:srgbClr val="173268">
                        <a:alpha val="100000"/>
                      </a:srgbClr>
                    </a:gs>
                  </a:gsLst>
                  <a:lin ang="5400000"/>
                </a:gradFill>
                <a:latin typeface="Poppins Bold"/>
                <a:ea typeface="Poppins Bold"/>
                <a:cs typeface="Poppins Bold"/>
                <a:sym typeface="Poppins Bold"/>
              </a:rPr>
              <a:t>Online</a:t>
            </a:r>
          </a:p>
        </p:txBody>
      </p:sp>
      <p:sp>
        <p:nvSpPr>
          <p:cNvPr id="17" name="TextBox 17"/>
          <p:cNvSpPr txBox="1"/>
          <p:nvPr/>
        </p:nvSpPr>
        <p:spPr>
          <a:xfrm>
            <a:off x="1338575" y="3314700"/>
            <a:ext cx="6738625" cy="1543265"/>
          </a:xfrm>
          <a:prstGeom prst="rect">
            <a:avLst/>
          </a:prstGeom>
        </p:spPr>
        <p:txBody>
          <a:bodyPr lIns="0" tIns="0" rIns="0" bIns="0" rtlCol="0" anchor="t">
            <a:spAutoFit/>
          </a:bodyPr>
          <a:lstStyle/>
          <a:p>
            <a:pPr marL="0" lvl="0" indent="0" algn="l">
              <a:lnSpc>
                <a:spcPts val="12063"/>
              </a:lnSpc>
              <a:spcBef>
                <a:spcPct val="0"/>
              </a:spcBef>
            </a:pPr>
            <a:r>
              <a:rPr lang="en-US" sz="8616" dirty="0">
                <a:solidFill>
                  <a:srgbClr val="3B3B3B"/>
                </a:solidFill>
                <a:latin typeface="Poppins"/>
                <a:ea typeface="Poppins"/>
                <a:cs typeface="Poppins"/>
                <a:sym typeface="Poppins"/>
              </a:rPr>
              <a:t>Examination</a:t>
            </a:r>
          </a:p>
        </p:txBody>
      </p:sp>
      <p:sp>
        <p:nvSpPr>
          <p:cNvPr id="18" name="TextBox 18"/>
          <p:cNvSpPr txBox="1"/>
          <p:nvPr/>
        </p:nvSpPr>
        <p:spPr>
          <a:xfrm>
            <a:off x="8522675" y="4610099"/>
            <a:ext cx="4050325" cy="1601529"/>
          </a:xfrm>
          <a:prstGeom prst="rect">
            <a:avLst/>
          </a:prstGeom>
        </p:spPr>
        <p:txBody>
          <a:bodyPr wrap="square" lIns="0" tIns="0" rIns="0" bIns="0" rtlCol="0" anchor="t">
            <a:spAutoFit/>
          </a:bodyPr>
          <a:lstStyle/>
          <a:p>
            <a:pPr marL="0" lvl="0" indent="0" algn="l">
              <a:lnSpc>
                <a:spcPts val="6442"/>
              </a:lnSpc>
              <a:spcBef>
                <a:spcPct val="0"/>
              </a:spcBef>
            </a:pPr>
            <a:r>
              <a:rPr lang="en-US" sz="4601" b="1" i="1" dirty="0">
                <a:gradFill>
                  <a:gsLst>
                    <a:gs pos="0">
                      <a:srgbClr val="713784">
                        <a:alpha val="100000"/>
                      </a:srgbClr>
                    </a:gs>
                    <a:gs pos="100000">
                      <a:srgbClr val="A159B8">
                        <a:alpha val="100000"/>
                      </a:srgbClr>
                    </a:gs>
                  </a:gsLst>
                  <a:lin ang="5400000"/>
                </a:gradFill>
                <a:latin typeface="Poppins Bold Italics"/>
                <a:ea typeface="Poppins Bold Italics"/>
                <a:cs typeface="Poppins Bold Italics"/>
                <a:sym typeface="Poppins Bold Italics"/>
              </a:rPr>
              <a:t>Analytics Tool</a:t>
            </a:r>
          </a:p>
        </p:txBody>
      </p:sp>
      <p:sp>
        <p:nvSpPr>
          <p:cNvPr id="19" name="TextBox 19"/>
          <p:cNvSpPr txBox="1"/>
          <p:nvPr/>
        </p:nvSpPr>
        <p:spPr>
          <a:xfrm>
            <a:off x="1758542" y="854279"/>
            <a:ext cx="956504" cy="220445"/>
          </a:xfrm>
          <a:prstGeom prst="rect">
            <a:avLst/>
          </a:prstGeom>
        </p:spPr>
        <p:txBody>
          <a:bodyPr lIns="0" tIns="0" rIns="0" bIns="0" rtlCol="0" anchor="t">
            <a:spAutoFit/>
          </a:bodyPr>
          <a:lstStyle/>
          <a:p>
            <a:pPr marL="0" lvl="0" indent="0" algn="l">
              <a:lnSpc>
                <a:spcPts val="1845"/>
              </a:lnSpc>
              <a:spcBef>
                <a:spcPct val="0"/>
              </a:spcBef>
            </a:pPr>
            <a:r>
              <a:rPr lang="en-US" sz="1318" b="1" dirty="0">
                <a:solidFill>
                  <a:srgbClr val="3B3B3B"/>
                </a:solidFill>
                <a:latin typeface="Poppins Bold"/>
                <a:ea typeface="Poppins Bold"/>
                <a:cs typeface="Poppins Bold"/>
                <a:sym typeface="Poppins Bold"/>
              </a:rPr>
              <a:t>CSE</a:t>
            </a:r>
          </a:p>
        </p:txBody>
      </p:sp>
      <p:sp>
        <p:nvSpPr>
          <p:cNvPr id="20" name="TextBox 20"/>
          <p:cNvSpPr txBox="1"/>
          <p:nvPr/>
        </p:nvSpPr>
        <p:spPr>
          <a:xfrm>
            <a:off x="2600746" y="854279"/>
            <a:ext cx="1662267" cy="233220"/>
          </a:xfrm>
          <a:prstGeom prst="rect">
            <a:avLst/>
          </a:prstGeom>
        </p:spPr>
        <p:txBody>
          <a:bodyPr lIns="0" tIns="0" rIns="0" bIns="0" rtlCol="0" anchor="t">
            <a:spAutoFit/>
          </a:bodyPr>
          <a:lstStyle/>
          <a:p>
            <a:pPr marL="0" lvl="0" indent="0" algn="l">
              <a:lnSpc>
                <a:spcPts val="1845"/>
              </a:lnSpc>
              <a:spcBef>
                <a:spcPct val="0"/>
              </a:spcBef>
            </a:pPr>
            <a:r>
              <a:rPr lang="en-US" sz="1318">
                <a:solidFill>
                  <a:srgbClr val="3B3B3B"/>
                </a:solidFill>
                <a:latin typeface="Poppins"/>
                <a:ea typeface="Poppins"/>
                <a:cs typeface="Poppins"/>
                <a:sym typeface="Poppins"/>
              </a:rPr>
              <a:t>Project</a:t>
            </a:r>
          </a:p>
        </p:txBody>
      </p:sp>
      <p:sp>
        <p:nvSpPr>
          <p:cNvPr id="21" name="TextBox 21"/>
          <p:cNvSpPr txBox="1"/>
          <p:nvPr/>
        </p:nvSpPr>
        <p:spPr>
          <a:xfrm>
            <a:off x="1114846" y="8365219"/>
            <a:ext cx="1662267" cy="233220"/>
          </a:xfrm>
          <a:prstGeom prst="rect">
            <a:avLst/>
          </a:prstGeom>
        </p:spPr>
        <p:txBody>
          <a:bodyPr lIns="0" tIns="0" rIns="0" bIns="0" rtlCol="0" anchor="t">
            <a:spAutoFit/>
          </a:bodyPr>
          <a:lstStyle/>
          <a:p>
            <a:pPr marL="0" lvl="0" indent="0" algn="l">
              <a:lnSpc>
                <a:spcPts val="1845"/>
              </a:lnSpc>
              <a:spcBef>
                <a:spcPct val="0"/>
              </a:spcBef>
            </a:pPr>
            <a:r>
              <a:rPr lang="en-US" sz="1318">
                <a:solidFill>
                  <a:srgbClr val="3B3B3B"/>
                </a:solidFill>
                <a:latin typeface="Poppins"/>
                <a:ea typeface="Poppins"/>
                <a:cs typeface="Poppins"/>
                <a:sym typeface="Poppins"/>
              </a:rPr>
              <a:t>Team Members</a:t>
            </a:r>
          </a:p>
        </p:txBody>
      </p:sp>
      <p:sp>
        <p:nvSpPr>
          <p:cNvPr id="22" name="TextBox 22"/>
          <p:cNvSpPr txBox="1"/>
          <p:nvPr/>
        </p:nvSpPr>
        <p:spPr>
          <a:xfrm>
            <a:off x="1114846" y="8657319"/>
            <a:ext cx="2675565" cy="577275"/>
          </a:xfrm>
          <a:prstGeom prst="rect">
            <a:avLst/>
          </a:prstGeom>
        </p:spPr>
        <p:txBody>
          <a:bodyPr lIns="0" tIns="0" rIns="0" bIns="0" rtlCol="0" anchor="t">
            <a:spAutoFit/>
          </a:bodyPr>
          <a:lstStyle/>
          <a:p>
            <a:pPr marL="0" lvl="0" indent="0" algn="l">
              <a:lnSpc>
                <a:spcPts val="2306"/>
              </a:lnSpc>
              <a:spcBef>
                <a:spcPct val="0"/>
              </a:spcBef>
            </a:pPr>
            <a:r>
              <a:rPr lang="en-US" sz="1647" b="1">
                <a:gradFill>
                  <a:gsLst>
                    <a:gs pos="0">
                      <a:srgbClr val="713784">
                        <a:alpha val="100000"/>
                      </a:srgbClr>
                    </a:gs>
                    <a:gs pos="100000">
                      <a:srgbClr val="A159B8">
                        <a:alpha val="100000"/>
                      </a:srgbClr>
                    </a:gs>
                  </a:gsLst>
                  <a:lin ang="5400000"/>
                </a:gradFill>
                <a:latin typeface="Poppins Bold"/>
                <a:ea typeface="Poppins Bold"/>
                <a:cs typeface="Poppins Bold"/>
                <a:sym typeface="Poppins Bold"/>
              </a:rPr>
              <a:t>2510030089 M. Susanth  |  2510030185 V. Sai Sahith</a:t>
            </a:r>
          </a:p>
        </p:txBody>
      </p:sp>
      <p:sp>
        <p:nvSpPr>
          <p:cNvPr id="23" name="TextBox 23"/>
          <p:cNvSpPr txBox="1"/>
          <p:nvPr/>
        </p:nvSpPr>
        <p:spPr>
          <a:xfrm>
            <a:off x="5672914" y="8365219"/>
            <a:ext cx="1662267" cy="233220"/>
          </a:xfrm>
          <a:prstGeom prst="rect">
            <a:avLst/>
          </a:prstGeom>
        </p:spPr>
        <p:txBody>
          <a:bodyPr lIns="0" tIns="0" rIns="0" bIns="0" rtlCol="0" anchor="t">
            <a:spAutoFit/>
          </a:bodyPr>
          <a:lstStyle/>
          <a:p>
            <a:pPr marL="0" lvl="0" indent="0" algn="l">
              <a:lnSpc>
                <a:spcPts val="1845"/>
              </a:lnSpc>
              <a:spcBef>
                <a:spcPct val="0"/>
              </a:spcBef>
            </a:pPr>
            <a:r>
              <a:rPr lang="en-US" sz="1318">
                <a:solidFill>
                  <a:srgbClr val="3B3B3B"/>
                </a:solidFill>
                <a:latin typeface="Poppins"/>
                <a:ea typeface="Poppins"/>
                <a:cs typeface="Poppins"/>
                <a:sym typeface="Poppins"/>
              </a:rPr>
              <a:t>Team Members</a:t>
            </a:r>
          </a:p>
        </p:txBody>
      </p:sp>
      <p:sp>
        <p:nvSpPr>
          <p:cNvPr id="24" name="TextBox 24"/>
          <p:cNvSpPr txBox="1"/>
          <p:nvPr/>
        </p:nvSpPr>
        <p:spPr>
          <a:xfrm>
            <a:off x="5672914" y="8657319"/>
            <a:ext cx="2432702" cy="577275"/>
          </a:xfrm>
          <a:prstGeom prst="rect">
            <a:avLst/>
          </a:prstGeom>
        </p:spPr>
        <p:txBody>
          <a:bodyPr lIns="0" tIns="0" rIns="0" bIns="0" rtlCol="0" anchor="t">
            <a:spAutoFit/>
          </a:bodyPr>
          <a:lstStyle/>
          <a:p>
            <a:pPr marL="0" lvl="0" indent="0" algn="l">
              <a:lnSpc>
                <a:spcPts val="2306"/>
              </a:lnSpc>
              <a:spcBef>
                <a:spcPct val="0"/>
              </a:spcBef>
            </a:pPr>
            <a:r>
              <a:rPr lang="en-US" sz="1647" b="1">
                <a:gradFill>
                  <a:gsLst>
                    <a:gs pos="0">
                      <a:srgbClr val="713784">
                        <a:alpha val="100000"/>
                      </a:srgbClr>
                    </a:gs>
                    <a:gs pos="100000">
                      <a:srgbClr val="A159B8">
                        <a:alpha val="100000"/>
                      </a:srgbClr>
                    </a:gs>
                  </a:gsLst>
                  <a:lin ang="5400000"/>
                </a:gradFill>
                <a:latin typeface="Poppins Bold"/>
                <a:ea typeface="Poppins Bold"/>
                <a:cs typeface="Poppins Bold"/>
                <a:sym typeface="Poppins Bold"/>
              </a:rPr>
              <a:t>30046 P. Revanth  |  30047 N. Sakshith</a:t>
            </a:r>
          </a:p>
        </p:txBody>
      </p:sp>
      <p:sp>
        <p:nvSpPr>
          <p:cNvPr id="25" name="TextBox 25"/>
          <p:cNvSpPr txBox="1"/>
          <p:nvPr/>
        </p:nvSpPr>
        <p:spPr>
          <a:xfrm>
            <a:off x="1494516" y="7162072"/>
            <a:ext cx="7574989" cy="349829"/>
          </a:xfrm>
          <a:prstGeom prst="rect">
            <a:avLst/>
          </a:prstGeom>
        </p:spPr>
        <p:txBody>
          <a:bodyPr lIns="0" tIns="0" rIns="0" bIns="0" rtlCol="0" anchor="t">
            <a:spAutoFit/>
          </a:bodyPr>
          <a:lstStyle/>
          <a:p>
            <a:pPr marL="0" lvl="0" indent="0" algn="ctr">
              <a:lnSpc>
                <a:spcPts val="2768"/>
              </a:lnSpc>
              <a:spcBef>
                <a:spcPct val="0"/>
              </a:spcBef>
            </a:pPr>
            <a:r>
              <a:rPr lang="en-US" sz="1977">
                <a:solidFill>
                  <a:srgbClr val="3B3B3B"/>
                </a:solidFill>
                <a:latin typeface="Poppins"/>
                <a:ea typeface="Poppins"/>
                <a:cs typeface="Poppins"/>
                <a:sym typeface="Poppins"/>
              </a:rPr>
              <a:t>COMPUTER SCIENCE &amp; ENGINEERING — ACADEMIC PROJECT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4ED"/>
        </a:solidFill>
        <a:effectLst/>
      </p:bgPr>
    </p:bg>
    <p:spTree>
      <p:nvGrpSpPr>
        <p:cNvPr id="1" name=""/>
        <p:cNvGrpSpPr/>
        <p:nvPr/>
      </p:nvGrpSpPr>
      <p:grpSpPr>
        <a:xfrm>
          <a:off x="0" y="0"/>
          <a:ext cx="0" cy="0"/>
          <a:chOff x="0" y="0"/>
          <a:chExt cx="0" cy="0"/>
        </a:xfrm>
      </p:grpSpPr>
      <p:sp>
        <p:nvSpPr>
          <p:cNvPr id="2" name="Freeform 2"/>
          <p:cNvSpPr/>
          <p:nvPr/>
        </p:nvSpPr>
        <p:spPr>
          <a:xfrm flipH="1" flipV="1">
            <a:off x="3696533" y="1771038"/>
            <a:ext cx="9571192" cy="11129293"/>
          </a:xfrm>
          <a:custGeom>
            <a:avLst/>
            <a:gdLst/>
            <a:ahLst/>
            <a:cxnLst/>
            <a:rect l="l" t="t" r="r" b="b"/>
            <a:pathLst>
              <a:path w="9571192" h="11129293">
                <a:moveTo>
                  <a:pt x="9571192" y="11129292"/>
                </a:moveTo>
                <a:lnTo>
                  <a:pt x="0" y="11129292"/>
                </a:lnTo>
                <a:lnTo>
                  <a:pt x="0" y="0"/>
                </a:lnTo>
                <a:lnTo>
                  <a:pt x="9571192" y="0"/>
                </a:lnTo>
                <a:lnTo>
                  <a:pt x="9571192" y="11129292"/>
                </a:lnTo>
                <a:close/>
              </a:path>
            </a:pathLst>
          </a:custGeom>
          <a:blipFill>
            <a:blip r:embed="rId2"/>
            <a:stretch>
              <a:fillRect/>
            </a:stretch>
          </a:blipFill>
        </p:spPr>
      </p:sp>
      <p:grpSp>
        <p:nvGrpSpPr>
          <p:cNvPr id="3" name="Group 3"/>
          <p:cNvGrpSpPr/>
          <p:nvPr/>
        </p:nvGrpSpPr>
        <p:grpSpPr>
          <a:xfrm>
            <a:off x="10171558" y="2747030"/>
            <a:ext cx="7087742" cy="4120574"/>
            <a:chOff x="0" y="0"/>
            <a:chExt cx="1866730" cy="1085254"/>
          </a:xfrm>
        </p:grpSpPr>
        <p:sp>
          <p:nvSpPr>
            <p:cNvPr id="4" name="Freeform 4"/>
            <p:cNvSpPr/>
            <p:nvPr/>
          </p:nvSpPr>
          <p:spPr>
            <a:xfrm>
              <a:off x="0" y="0"/>
              <a:ext cx="1866730" cy="1085254"/>
            </a:xfrm>
            <a:custGeom>
              <a:avLst/>
              <a:gdLst/>
              <a:ahLst/>
              <a:cxnLst/>
              <a:rect l="l" t="t" r="r" b="b"/>
              <a:pathLst>
                <a:path w="1866730" h="1085254">
                  <a:moveTo>
                    <a:pt x="43692" y="0"/>
                  </a:moveTo>
                  <a:lnTo>
                    <a:pt x="1823039" y="0"/>
                  </a:lnTo>
                  <a:cubicBezTo>
                    <a:pt x="1834626" y="0"/>
                    <a:pt x="1845739" y="4603"/>
                    <a:pt x="1853933" y="12797"/>
                  </a:cubicBezTo>
                  <a:cubicBezTo>
                    <a:pt x="1862127" y="20991"/>
                    <a:pt x="1866730" y="32104"/>
                    <a:pt x="1866730" y="43692"/>
                  </a:cubicBezTo>
                  <a:lnTo>
                    <a:pt x="1866730" y="1041562"/>
                  </a:lnTo>
                  <a:cubicBezTo>
                    <a:pt x="1866730" y="1065693"/>
                    <a:pt x="1847169" y="1085254"/>
                    <a:pt x="1823039" y="1085254"/>
                  </a:cubicBezTo>
                  <a:lnTo>
                    <a:pt x="43692" y="1085254"/>
                  </a:lnTo>
                  <a:cubicBezTo>
                    <a:pt x="32104" y="1085254"/>
                    <a:pt x="20991" y="1080651"/>
                    <a:pt x="12797" y="1072457"/>
                  </a:cubicBezTo>
                  <a:cubicBezTo>
                    <a:pt x="4603" y="1064263"/>
                    <a:pt x="0" y="1053150"/>
                    <a:pt x="0" y="1041562"/>
                  </a:cubicBezTo>
                  <a:lnTo>
                    <a:pt x="0" y="43692"/>
                  </a:lnTo>
                  <a:cubicBezTo>
                    <a:pt x="0" y="32104"/>
                    <a:pt x="4603" y="20991"/>
                    <a:pt x="12797" y="12797"/>
                  </a:cubicBezTo>
                  <a:cubicBezTo>
                    <a:pt x="20991" y="4603"/>
                    <a:pt x="32104" y="0"/>
                    <a:pt x="43692" y="0"/>
                  </a:cubicBezTo>
                  <a:close/>
                </a:path>
              </a:pathLst>
            </a:custGeom>
            <a:gradFill rotWithShape="1">
              <a:gsLst>
                <a:gs pos="0">
                  <a:srgbClr val="F9F5ED">
                    <a:alpha val="100000"/>
                  </a:srgbClr>
                </a:gs>
                <a:gs pos="100000">
                  <a:srgbClr val="FAF6EE">
                    <a:alpha val="0"/>
                  </a:srgbClr>
                </a:gs>
              </a:gsLst>
              <a:lin ang="5400000"/>
            </a:gradFill>
          </p:spPr>
        </p:sp>
        <p:sp>
          <p:nvSpPr>
            <p:cNvPr id="5" name="TextBox 5"/>
            <p:cNvSpPr txBox="1"/>
            <p:nvPr/>
          </p:nvSpPr>
          <p:spPr>
            <a:xfrm>
              <a:off x="0" y="-66675"/>
              <a:ext cx="1866730" cy="1151929"/>
            </a:xfrm>
            <a:prstGeom prst="rect">
              <a:avLst/>
            </a:prstGeom>
          </p:spPr>
          <p:txBody>
            <a:bodyPr lIns="50800" tIns="50800" rIns="50800" bIns="50800" rtlCol="0" anchor="ctr"/>
            <a:lstStyle/>
            <a:p>
              <a:pPr marL="0" lvl="0" indent="0" algn="ctr">
                <a:lnSpc>
                  <a:spcPts val="2800"/>
                </a:lnSpc>
              </a:pPr>
              <a:endParaRPr/>
            </a:p>
          </p:txBody>
        </p:sp>
      </p:grpSp>
      <p:grpSp>
        <p:nvGrpSpPr>
          <p:cNvPr id="6" name="Group 6"/>
          <p:cNvGrpSpPr/>
          <p:nvPr/>
        </p:nvGrpSpPr>
        <p:grpSpPr>
          <a:xfrm>
            <a:off x="599183" y="626219"/>
            <a:ext cx="17089633" cy="804962"/>
            <a:chOff x="0" y="0"/>
            <a:chExt cx="8628016" cy="406400"/>
          </a:xfrm>
        </p:grpSpPr>
        <p:sp>
          <p:nvSpPr>
            <p:cNvPr id="7" name="Freeform 7"/>
            <p:cNvSpPr/>
            <p:nvPr/>
          </p:nvSpPr>
          <p:spPr>
            <a:xfrm>
              <a:off x="0" y="0"/>
              <a:ext cx="8628016" cy="406400"/>
            </a:xfrm>
            <a:custGeom>
              <a:avLst/>
              <a:gdLst/>
              <a:ahLst/>
              <a:cxnLst/>
              <a:rect l="l" t="t" r="r" b="b"/>
              <a:pathLst>
                <a:path w="8628016" h="406400">
                  <a:moveTo>
                    <a:pt x="8424816" y="0"/>
                  </a:moveTo>
                  <a:cubicBezTo>
                    <a:pt x="8537040" y="0"/>
                    <a:pt x="8628016" y="90976"/>
                    <a:pt x="8628016" y="203200"/>
                  </a:cubicBezTo>
                  <a:cubicBezTo>
                    <a:pt x="8628016" y="315424"/>
                    <a:pt x="8537040" y="406400"/>
                    <a:pt x="8424816" y="406400"/>
                  </a:cubicBezTo>
                  <a:lnTo>
                    <a:pt x="203200" y="406400"/>
                  </a:lnTo>
                  <a:cubicBezTo>
                    <a:pt x="90976" y="406400"/>
                    <a:pt x="0" y="315424"/>
                    <a:pt x="0" y="203200"/>
                  </a:cubicBezTo>
                  <a:cubicBezTo>
                    <a:pt x="0" y="90976"/>
                    <a:pt x="90976" y="0"/>
                    <a:pt x="203200" y="0"/>
                  </a:cubicBezTo>
                  <a:close/>
                </a:path>
              </a:pathLst>
            </a:custGeom>
            <a:gradFill rotWithShape="1">
              <a:gsLst>
                <a:gs pos="0">
                  <a:srgbClr val="EFEFEF">
                    <a:alpha val="0"/>
                  </a:srgbClr>
                </a:gs>
                <a:gs pos="100000">
                  <a:srgbClr val="EFEFEF">
                    <a:alpha val="100000"/>
                  </a:srgbClr>
                </a:gs>
              </a:gsLst>
              <a:lin ang="0"/>
            </a:gradFill>
            <a:ln cap="sq">
              <a:noFill/>
              <a:prstDash val="solid"/>
              <a:miter/>
            </a:ln>
          </p:spPr>
        </p:sp>
        <p:sp>
          <p:nvSpPr>
            <p:cNvPr id="8" name="TextBox 8"/>
            <p:cNvSpPr txBox="1"/>
            <p:nvPr/>
          </p:nvSpPr>
          <p:spPr>
            <a:xfrm>
              <a:off x="0" y="-66675"/>
              <a:ext cx="8628016" cy="473075"/>
            </a:xfrm>
            <a:prstGeom prst="rect">
              <a:avLst/>
            </a:prstGeom>
          </p:spPr>
          <p:txBody>
            <a:bodyPr lIns="50800" tIns="50800" rIns="50800" bIns="50800" rtlCol="0" anchor="ctr"/>
            <a:lstStyle/>
            <a:p>
              <a:pPr marL="0" lvl="0" indent="0" algn="ctr">
                <a:lnSpc>
                  <a:spcPts val="2800"/>
                </a:lnSpc>
              </a:pPr>
              <a:endParaRPr/>
            </a:p>
          </p:txBody>
        </p:sp>
      </p:grpSp>
      <p:sp>
        <p:nvSpPr>
          <p:cNvPr id="9" name="Freeform 9"/>
          <p:cNvSpPr/>
          <p:nvPr/>
        </p:nvSpPr>
        <p:spPr>
          <a:xfrm>
            <a:off x="1028700" y="771584"/>
            <a:ext cx="543215" cy="543215"/>
          </a:xfrm>
          <a:custGeom>
            <a:avLst/>
            <a:gdLst/>
            <a:ahLst/>
            <a:cxnLst/>
            <a:rect l="l" t="t" r="r" b="b"/>
            <a:pathLst>
              <a:path w="543215" h="543215">
                <a:moveTo>
                  <a:pt x="0" y="0"/>
                </a:moveTo>
                <a:lnTo>
                  <a:pt x="543215" y="0"/>
                </a:lnTo>
                <a:lnTo>
                  <a:pt x="543215" y="543215"/>
                </a:lnTo>
                <a:lnTo>
                  <a:pt x="0" y="543215"/>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nvGrpSpPr>
          <p:cNvPr id="10" name="Group 10"/>
          <p:cNvGrpSpPr/>
          <p:nvPr/>
        </p:nvGrpSpPr>
        <p:grpSpPr>
          <a:xfrm>
            <a:off x="1028700" y="5413068"/>
            <a:ext cx="8500717" cy="3554166"/>
            <a:chOff x="0" y="0"/>
            <a:chExt cx="1316984" cy="550633"/>
          </a:xfrm>
        </p:grpSpPr>
        <p:sp>
          <p:nvSpPr>
            <p:cNvPr id="11" name="Freeform 11"/>
            <p:cNvSpPr/>
            <p:nvPr/>
          </p:nvSpPr>
          <p:spPr>
            <a:xfrm>
              <a:off x="0" y="0"/>
              <a:ext cx="1316984" cy="550633"/>
            </a:xfrm>
            <a:custGeom>
              <a:avLst/>
              <a:gdLst/>
              <a:ahLst/>
              <a:cxnLst/>
              <a:rect l="l" t="t" r="r" b="b"/>
              <a:pathLst>
                <a:path w="1316984" h="550633">
                  <a:moveTo>
                    <a:pt x="36429" y="0"/>
                  </a:moveTo>
                  <a:lnTo>
                    <a:pt x="1280554" y="0"/>
                  </a:lnTo>
                  <a:cubicBezTo>
                    <a:pt x="1290216" y="0"/>
                    <a:pt x="1299482" y="3838"/>
                    <a:pt x="1306314" y="10670"/>
                  </a:cubicBezTo>
                  <a:cubicBezTo>
                    <a:pt x="1313146" y="17502"/>
                    <a:pt x="1316984" y="26768"/>
                    <a:pt x="1316984" y="36429"/>
                  </a:cubicBezTo>
                  <a:lnTo>
                    <a:pt x="1316984" y="514204"/>
                  </a:lnTo>
                  <a:cubicBezTo>
                    <a:pt x="1316984" y="534323"/>
                    <a:pt x="1300674" y="550633"/>
                    <a:pt x="1280554" y="550633"/>
                  </a:cubicBezTo>
                  <a:lnTo>
                    <a:pt x="36429" y="550633"/>
                  </a:lnTo>
                  <a:cubicBezTo>
                    <a:pt x="26768" y="550633"/>
                    <a:pt x="17502" y="546795"/>
                    <a:pt x="10670" y="539963"/>
                  </a:cubicBezTo>
                  <a:cubicBezTo>
                    <a:pt x="3838" y="533132"/>
                    <a:pt x="0" y="523866"/>
                    <a:pt x="0" y="514204"/>
                  </a:cubicBezTo>
                  <a:lnTo>
                    <a:pt x="0" y="36429"/>
                  </a:lnTo>
                  <a:cubicBezTo>
                    <a:pt x="0" y="16310"/>
                    <a:pt x="16310" y="0"/>
                    <a:pt x="36429" y="0"/>
                  </a:cubicBezTo>
                  <a:close/>
                </a:path>
              </a:pathLst>
            </a:custGeom>
            <a:blipFill>
              <a:blip r:embed="rId4"/>
              <a:stretch>
                <a:fillRect t="-376" b="-376"/>
              </a:stretch>
            </a:blipFill>
          </p:spPr>
        </p:sp>
      </p:grpSp>
      <p:grpSp>
        <p:nvGrpSpPr>
          <p:cNvPr id="12" name="Group 12"/>
          <p:cNvGrpSpPr/>
          <p:nvPr/>
        </p:nvGrpSpPr>
        <p:grpSpPr>
          <a:xfrm>
            <a:off x="10171558" y="7044618"/>
            <a:ext cx="7087742" cy="1922616"/>
            <a:chOff x="0" y="0"/>
            <a:chExt cx="1866730" cy="506368"/>
          </a:xfrm>
        </p:grpSpPr>
        <p:sp>
          <p:nvSpPr>
            <p:cNvPr id="13" name="Freeform 13"/>
            <p:cNvSpPr/>
            <p:nvPr/>
          </p:nvSpPr>
          <p:spPr>
            <a:xfrm>
              <a:off x="0" y="0"/>
              <a:ext cx="1866730" cy="506368"/>
            </a:xfrm>
            <a:custGeom>
              <a:avLst/>
              <a:gdLst/>
              <a:ahLst/>
              <a:cxnLst/>
              <a:rect l="l" t="t" r="r" b="b"/>
              <a:pathLst>
                <a:path w="1866730" h="506368">
                  <a:moveTo>
                    <a:pt x="43692" y="0"/>
                  </a:moveTo>
                  <a:lnTo>
                    <a:pt x="1823039" y="0"/>
                  </a:lnTo>
                  <a:cubicBezTo>
                    <a:pt x="1834626" y="0"/>
                    <a:pt x="1845739" y="4603"/>
                    <a:pt x="1853933" y="12797"/>
                  </a:cubicBezTo>
                  <a:cubicBezTo>
                    <a:pt x="1862127" y="20991"/>
                    <a:pt x="1866730" y="32104"/>
                    <a:pt x="1866730" y="43692"/>
                  </a:cubicBezTo>
                  <a:lnTo>
                    <a:pt x="1866730" y="462676"/>
                  </a:lnTo>
                  <a:cubicBezTo>
                    <a:pt x="1866730" y="486806"/>
                    <a:pt x="1847169" y="506368"/>
                    <a:pt x="1823039" y="506368"/>
                  </a:cubicBezTo>
                  <a:lnTo>
                    <a:pt x="43692" y="506368"/>
                  </a:lnTo>
                  <a:cubicBezTo>
                    <a:pt x="32104" y="506368"/>
                    <a:pt x="20991" y="501765"/>
                    <a:pt x="12797" y="493571"/>
                  </a:cubicBezTo>
                  <a:cubicBezTo>
                    <a:pt x="4603" y="485377"/>
                    <a:pt x="0" y="474264"/>
                    <a:pt x="0" y="462676"/>
                  </a:cubicBezTo>
                  <a:lnTo>
                    <a:pt x="0" y="43692"/>
                  </a:lnTo>
                  <a:cubicBezTo>
                    <a:pt x="0" y="32104"/>
                    <a:pt x="4603" y="20991"/>
                    <a:pt x="12797" y="12797"/>
                  </a:cubicBezTo>
                  <a:cubicBezTo>
                    <a:pt x="20991" y="4603"/>
                    <a:pt x="32104" y="0"/>
                    <a:pt x="43692" y="0"/>
                  </a:cubicBezTo>
                  <a:close/>
                </a:path>
              </a:pathLst>
            </a:custGeom>
            <a:solidFill>
              <a:srgbClr val="A159B8"/>
            </a:solidFill>
            <a:ln cap="rnd">
              <a:noFill/>
              <a:prstDash val="solid"/>
              <a:round/>
            </a:ln>
          </p:spPr>
        </p:sp>
        <p:sp>
          <p:nvSpPr>
            <p:cNvPr id="14" name="TextBox 14"/>
            <p:cNvSpPr txBox="1"/>
            <p:nvPr/>
          </p:nvSpPr>
          <p:spPr>
            <a:xfrm>
              <a:off x="0" y="-66675"/>
              <a:ext cx="1866730" cy="573043"/>
            </a:xfrm>
            <a:prstGeom prst="rect">
              <a:avLst/>
            </a:prstGeom>
          </p:spPr>
          <p:txBody>
            <a:bodyPr lIns="50800" tIns="50800" rIns="50800" bIns="50800" rtlCol="0" anchor="ctr"/>
            <a:lstStyle/>
            <a:p>
              <a:pPr marL="0" lvl="0" indent="0" algn="ctr">
                <a:lnSpc>
                  <a:spcPts val="2800"/>
                </a:lnSpc>
              </a:pPr>
              <a:endParaRPr/>
            </a:p>
          </p:txBody>
        </p:sp>
      </p:grpSp>
      <p:sp>
        <p:nvSpPr>
          <p:cNvPr id="20" name="TextBox 20"/>
          <p:cNvSpPr txBox="1"/>
          <p:nvPr/>
        </p:nvSpPr>
        <p:spPr>
          <a:xfrm>
            <a:off x="1028700" y="2057749"/>
            <a:ext cx="6481594" cy="1803580"/>
          </a:xfrm>
          <a:prstGeom prst="rect">
            <a:avLst/>
          </a:prstGeom>
        </p:spPr>
        <p:txBody>
          <a:bodyPr lIns="0" tIns="0" rIns="0" bIns="0" rtlCol="0" anchor="t">
            <a:spAutoFit/>
          </a:bodyPr>
          <a:lstStyle/>
          <a:p>
            <a:pPr marL="0" lvl="0" indent="0" algn="l">
              <a:lnSpc>
                <a:spcPts val="13990"/>
              </a:lnSpc>
              <a:spcBef>
                <a:spcPct val="0"/>
              </a:spcBef>
            </a:pPr>
            <a:r>
              <a:rPr lang="en-US" sz="9992">
                <a:gradFill>
                  <a:gsLst>
                    <a:gs pos="0">
                      <a:srgbClr val="426CC2">
                        <a:alpha val="100000"/>
                      </a:srgbClr>
                    </a:gs>
                    <a:gs pos="100000">
                      <a:srgbClr val="173268">
                        <a:alpha val="100000"/>
                      </a:srgbClr>
                    </a:gs>
                  </a:gsLst>
                  <a:lin ang="5400000"/>
                </a:gradFill>
                <a:latin typeface="Poppins"/>
                <a:ea typeface="Poppins"/>
                <a:cs typeface="Poppins"/>
                <a:sym typeface="Poppins"/>
              </a:rPr>
              <a:t>Problem</a:t>
            </a:r>
          </a:p>
        </p:txBody>
      </p:sp>
      <p:sp>
        <p:nvSpPr>
          <p:cNvPr id="21" name="TextBox 21"/>
          <p:cNvSpPr txBox="1"/>
          <p:nvPr/>
        </p:nvSpPr>
        <p:spPr>
          <a:xfrm>
            <a:off x="1028700" y="3359149"/>
            <a:ext cx="6481594" cy="1678305"/>
          </a:xfrm>
          <a:prstGeom prst="rect">
            <a:avLst/>
          </a:prstGeom>
        </p:spPr>
        <p:txBody>
          <a:bodyPr lIns="0" tIns="0" rIns="0" bIns="0" rtlCol="0" anchor="t">
            <a:spAutoFit/>
          </a:bodyPr>
          <a:lstStyle/>
          <a:p>
            <a:pPr marL="0" lvl="0" indent="0" algn="l">
              <a:lnSpc>
                <a:spcPts val="13019"/>
              </a:lnSpc>
              <a:spcBef>
                <a:spcPct val="0"/>
              </a:spcBef>
            </a:pPr>
            <a:r>
              <a:rPr lang="en-US" sz="9300" b="1">
                <a:gradFill>
                  <a:gsLst>
                    <a:gs pos="0">
                      <a:srgbClr val="713784">
                        <a:alpha val="100000"/>
                      </a:srgbClr>
                    </a:gs>
                    <a:gs pos="100000">
                      <a:srgbClr val="A159B8">
                        <a:alpha val="100000"/>
                      </a:srgbClr>
                    </a:gs>
                  </a:gsLst>
                  <a:lin ang="5400000"/>
                </a:gradFill>
                <a:latin typeface="Poppins Bold"/>
                <a:ea typeface="Poppins Bold"/>
                <a:cs typeface="Poppins Bold"/>
                <a:sym typeface="Poppins Bold"/>
              </a:rPr>
              <a:t>Statement</a:t>
            </a:r>
          </a:p>
        </p:txBody>
      </p:sp>
      <p:sp>
        <p:nvSpPr>
          <p:cNvPr id="22" name="TextBox 22"/>
          <p:cNvSpPr txBox="1"/>
          <p:nvPr/>
        </p:nvSpPr>
        <p:spPr>
          <a:xfrm>
            <a:off x="10929310" y="3275618"/>
            <a:ext cx="5552323" cy="1388138"/>
          </a:xfrm>
          <a:prstGeom prst="rect">
            <a:avLst/>
          </a:prstGeom>
        </p:spPr>
        <p:txBody>
          <a:bodyPr lIns="0" tIns="0" rIns="0" bIns="0" rtlCol="0" anchor="t">
            <a:spAutoFit/>
          </a:bodyPr>
          <a:lstStyle/>
          <a:p>
            <a:pPr marL="0" lvl="0" indent="0" algn="l">
              <a:lnSpc>
                <a:spcPts val="2238"/>
              </a:lnSpc>
              <a:spcBef>
                <a:spcPct val="0"/>
              </a:spcBef>
            </a:pPr>
            <a:r>
              <a:rPr lang="en-US" sz="1598">
                <a:solidFill>
                  <a:srgbClr val="3B3B3B"/>
                </a:solidFill>
                <a:latin typeface="Poppins"/>
                <a:ea typeface="Poppins"/>
                <a:cs typeface="Poppins"/>
                <a:sym typeface="Poppins"/>
              </a:rPr>
              <a:t>Traditional exams only provide final marks with limited learning insights. Faculty spend significant time manually analyzing student performance across large cohorts, making it difficult to identify trends or intervene early.</a:t>
            </a:r>
          </a:p>
        </p:txBody>
      </p:sp>
      <p:sp>
        <p:nvSpPr>
          <p:cNvPr id="23" name="TextBox 23"/>
          <p:cNvSpPr txBox="1"/>
          <p:nvPr/>
        </p:nvSpPr>
        <p:spPr>
          <a:xfrm>
            <a:off x="10929310" y="5095875"/>
            <a:ext cx="5552323" cy="1111913"/>
          </a:xfrm>
          <a:prstGeom prst="rect">
            <a:avLst/>
          </a:prstGeom>
        </p:spPr>
        <p:txBody>
          <a:bodyPr lIns="0" tIns="0" rIns="0" bIns="0" rtlCol="0" anchor="t">
            <a:spAutoFit/>
          </a:bodyPr>
          <a:lstStyle/>
          <a:p>
            <a:pPr marL="0" lvl="0" indent="0" algn="l">
              <a:lnSpc>
                <a:spcPts val="2238"/>
              </a:lnSpc>
              <a:spcBef>
                <a:spcPct val="0"/>
              </a:spcBef>
            </a:pPr>
            <a:r>
              <a:rPr lang="en-US" sz="1598">
                <a:solidFill>
                  <a:srgbClr val="3B3B3B"/>
                </a:solidFill>
                <a:latin typeface="Poppins"/>
                <a:ea typeface="Poppins"/>
                <a:cs typeface="Poppins"/>
                <a:sym typeface="Poppins"/>
              </a:rPr>
              <a:t>Students receive only scores without detailed feedback on their strengths or weaknesses, leaving them unable to effectively target areas for improvement.</a:t>
            </a:r>
          </a:p>
        </p:txBody>
      </p:sp>
      <p:sp>
        <p:nvSpPr>
          <p:cNvPr id="24" name="TextBox 24"/>
          <p:cNvSpPr txBox="1"/>
          <p:nvPr/>
        </p:nvSpPr>
        <p:spPr>
          <a:xfrm>
            <a:off x="10939268" y="7288059"/>
            <a:ext cx="5552323" cy="1111913"/>
          </a:xfrm>
          <a:prstGeom prst="rect">
            <a:avLst/>
          </a:prstGeom>
        </p:spPr>
        <p:txBody>
          <a:bodyPr lIns="0" tIns="0" rIns="0" bIns="0" rtlCol="0" anchor="t">
            <a:spAutoFit/>
          </a:bodyPr>
          <a:lstStyle/>
          <a:p>
            <a:pPr marL="0" lvl="0" indent="0" algn="l">
              <a:lnSpc>
                <a:spcPts val="2238"/>
              </a:lnSpc>
              <a:spcBef>
                <a:spcPct val="0"/>
              </a:spcBef>
            </a:pPr>
            <a:r>
              <a:rPr lang="en-US" sz="1598">
                <a:solidFill>
                  <a:srgbClr val="FFFFFF"/>
                </a:solidFill>
                <a:latin typeface="Poppins"/>
                <a:ea typeface="Poppins"/>
                <a:cs typeface="Poppins"/>
                <a:sym typeface="Poppins"/>
              </a:rPr>
              <a:t>There is a pressing need for an intelligent platform to automate performance analysis, deliver meaningful data visualizations, and support data-driven academic decisions for both students and faculty.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4ED"/>
        </a:solidFill>
        <a:effectLst/>
      </p:bgPr>
    </p:bg>
    <p:spTree>
      <p:nvGrpSpPr>
        <p:cNvPr id="1" name=""/>
        <p:cNvGrpSpPr/>
        <p:nvPr/>
      </p:nvGrpSpPr>
      <p:grpSpPr>
        <a:xfrm>
          <a:off x="0" y="0"/>
          <a:ext cx="0" cy="0"/>
          <a:chOff x="0" y="0"/>
          <a:chExt cx="0" cy="0"/>
        </a:xfrm>
      </p:grpSpPr>
      <p:sp>
        <p:nvSpPr>
          <p:cNvPr id="2" name="Freeform 2"/>
          <p:cNvSpPr/>
          <p:nvPr/>
        </p:nvSpPr>
        <p:spPr>
          <a:xfrm>
            <a:off x="8722938" y="-956941"/>
            <a:ext cx="11291235" cy="13129343"/>
          </a:xfrm>
          <a:custGeom>
            <a:avLst/>
            <a:gdLst/>
            <a:ahLst/>
            <a:cxnLst/>
            <a:rect l="l" t="t" r="r" b="b"/>
            <a:pathLst>
              <a:path w="11291235" h="13129343">
                <a:moveTo>
                  <a:pt x="0" y="0"/>
                </a:moveTo>
                <a:lnTo>
                  <a:pt x="11291234" y="0"/>
                </a:lnTo>
                <a:lnTo>
                  <a:pt x="11291234" y="13129343"/>
                </a:lnTo>
                <a:lnTo>
                  <a:pt x="0" y="13129343"/>
                </a:lnTo>
                <a:lnTo>
                  <a:pt x="0" y="0"/>
                </a:lnTo>
                <a:close/>
              </a:path>
            </a:pathLst>
          </a:custGeom>
          <a:blipFill>
            <a:blip r:embed="rId2"/>
            <a:stretch>
              <a:fillRect/>
            </a:stretch>
          </a:blipFill>
        </p:spPr>
      </p:sp>
      <p:grpSp>
        <p:nvGrpSpPr>
          <p:cNvPr id="3" name="Group 3"/>
          <p:cNvGrpSpPr/>
          <p:nvPr/>
        </p:nvGrpSpPr>
        <p:grpSpPr>
          <a:xfrm>
            <a:off x="599183" y="626219"/>
            <a:ext cx="17089633" cy="804962"/>
            <a:chOff x="0" y="0"/>
            <a:chExt cx="8628016" cy="406400"/>
          </a:xfrm>
        </p:grpSpPr>
        <p:sp>
          <p:nvSpPr>
            <p:cNvPr id="4" name="Freeform 4"/>
            <p:cNvSpPr/>
            <p:nvPr/>
          </p:nvSpPr>
          <p:spPr>
            <a:xfrm>
              <a:off x="0" y="0"/>
              <a:ext cx="8628016" cy="406400"/>
            </a:xfrm>
            <a:custGeom>
              <a:avLst/>
              <a:gdLst/>
              <a:ahLst/>
              <a:cxnLst/>
              <a:rect l="l" t="t" r="r" b="b"/>
              <a:pathLst>
                <a:path w="8628016" h="406400">
                  <a:moveTo>
                    <a:pt x="8424816" y="0"/>
                  </a:moveTo>
                  <a:cubicBezTo>
                    <a:pt x="8537040" y="0"/>
                    <a:pt x="8628016" y="90976"/>
                    <a:pt x="8628016" y="203200"/>
                  </a:cubicBezTo>
                  <a:cubicBezTo>
                    <a:pt x="8628016" y="315424"/>
                    <a:pt x="8537040" y="406400"/>
                    <a:pt x="8424816" y="406400"/>
                  </a:cubicBezTo>
                  <a:lnTo>
                    <a:pt x="203200" y="406400"/>
                  </a:lnTo>
                  <a:cubicBezTo>
                    <a:pt x="90976" y="406400"/>
                    <a:pt x="0" y="315424"/>
                    <a:pt x="0" y="203200"/>
                  </a:cubicBezTo>
                  <a:cubicBezTo>
                    <a:pt x="0" y="90976"/>
                    <a:pt x="90976" y="0"/>
                    <a:pt x="203200" y="0"/>
                  </a:cubicBezTo>
                  <a:close/>
                </a:path>
              </a:pathLst>
            </a:custGeom>
            <a:gradFill rotWithShape="1">
              <a:gsLst>
                <a:gs pos="0">
                  <a:srgbClr val="EFEFEF">
                    <a:alpha val="0"/>
                  </a:srgbClr>
                </a:gs>
                <a:gs pos="100000">
                  <a:srgbClr val="EFEFEF">
                    <a:alpha val="100000"/>
                  </a:srgbClr>
                </a:gs>
              </a:gsLst>
              <a:lin ang="5400000"/>
            </a:gradFill>
            <a:ln cap="sq">
              <a:noFill/>
              <a:prstDash val="solid"/>
              <a:miter/>
            </a:ln>
          </p:spPr>
        </p:sp>
        <p:sp>
          <p:nvSpPr>
            <p:cNvPr id="5" name="TextBox 5"/>
            <p:cNvSpPr txBox="1"/>
            <p:nvPr/>
          </p:nvSpPr>
          <p:spPr>
            <a:xfrm>
              <a:off x="0" y="-66675"/>
              <a:ext cx="8628016" cy="473075"/>
            </a:xfrm>
            <a:prstGeom prst="rect">
              <a:avLst/>
            </a:prstGeom>
          </p:spPr>
          <p:txBody>
            <a:bodyPr lIns="50800" tIns="50800" rIns="50800" bIns="50800" rtlCol="0" anchor="ctr"/>
            <a:lstStyle/>
            <a:p>
              <a:pPr marL="0" lvl="0" indent="0" algn="ctr">
                <a:lnSpc>
                  <a:spcPts val="2800"/>
                </a:lnSpc>
              </a:pPr>
              <a:endParaRPr/>
            </a:p>
          </p:txBody>
        </p:sp>
      </p:grpSp>
      <p:sp>
        <p:nvSpPr>
          <p:cNvPr id="6" name="Freeform 6"/>
          <p:cNvSpPr/>
          <p:nvPr/>
        </p:nvSpPr>
        <p:spPr>
          <a:xfrm>
            <a:off x="1028700" y="771584"/>
            <a:ext cx="543215" cy="543215"/>
          </a:xfrm>
          <a:custGeom>
            <a:avLst/>
            <a:gdLst/>
            <a:ahLst/>
            <a:cxnLst/>
            <a:rect l="l" t="t" r="r" b="b"/>
            <a:pathLst>
              <a:path w="543215" h="543215">
                <a:moveTo>
                  <a:pt x="0" y="0"/>
                </a:moveTo>
                <a:lnTo>
                  <a:pt x="543215" y="0"/>
                </a:lnTo>
                <a:lnTo>
                  <a:pt x="543215" y="543215"/>
                </a:lnTo>
                <a:lnTo>
                  <a:pt x="0" y="543215"/>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nvGrpSpPr>
          <p:cNvPr id="7" name="Group 7"/>
          <p:cNvGrpSpPr/>
          <p:nvPr/>
        </p:nvGrpSpPr>
        <p:grpSpPr>
          <a:xfrm>
            <a:off x="11762572" y="2154366"/>
            <a:ext cx="4269484" cy="1398661"/>
            <a:chOff x="0" y="0"/>
            <a:chExt cx="1124473" cy="368372"/>
          </a:xfrm>
        </p:grpSpPr>
        <p:sp>
          <p:nvSpPr>
            <p:cNvPr id="8" name="Freeform 8"/>
            <p:cNvSpPr/>
            <p:nvPr/>
          </p:nvSpPr>
          <p:spPr>
            <a:xfrm>
              <a:off x="0" y="0"/>
              <a:ext cx="1124473" cy="368372"/>
            </a:xfrm>
            <a:custGeom>
              <a:avLst/>
              <a:gdLst/>
              <a:ahLst/>
              <a:cxnLst/>
              <a:rect l="l" t="t" r="r" b="b"/>
              <a:pathLst>
                <a:path w="1124473" h="368372">
                  <a:moveTo>
                    <a:pt x="72533" y="0"/>
                  </a:moveTo>
                  <a:lnTo>
                    <a:pt x="1051941" y="0"/>
                  </a:lnTo>
                  <a:cubicBezTo>
                    <a:pt x="1071177" y="0"/>
                    <a:pt x="1089626" y="7642"/>
                    <a:pt x="1103229" y="21244"/>
                  </a:cubicBezTo>
                  <a:cubicBezTo>
                    <a:pt x="1116831" y="34847"/>
                    <a:pt x="1124473" y="53296"/>
                    <a:pt x="1124473" y="72533"/>
                  </a:cubicBezTo>
                  <a:lnTo>
                    <a:pt x="1124473" y="295839"/>
                  </a:lnTo>
                  <a:cubicBezTo>
                    <a:pt x="1124473" y="315076"/>
                    <a:pt x="1116831" y="333525"/>
                    <a:pt x="1103229" y="347127"/>
                  </a:cubicBezTo>
                  <a:cubicBezTo>
                    <a:pt x="1089626" y="360730"/>
                    <a:pt x="1071177" y="368372"/>
                    <a:pt x="1051941" y="368372"/>
                  </a:cubicBezTo>
                  <a:lnTo>
                    <a:pt x="72533" y="368372"/>
                  </a:lnTo>
                  <a:cubicBezTo>
                    <a:pt x="53296" y="368372"/>
                    <a:pt x="34847" y="360730"/>
                    <a:pt x="21244" y="347127"/>
                  </a:cubicBezTo>
                  <a:cubicBezTo>
                    <a:pt x="7642" y="333525"/>
                    <a:pt x="0" y="315076"/>
                    <a:pt x="0" y="295839"/>
                  </a:cubicBezTo>
                  <a:lnTo>
                    <a:pt x="0" y="72533"/>
                  </a:lnTo>
                  <a:cubicBezTo>
                    <a:pt x="0" y="53296"/>
                    <a:pt x="7642" y="34847"/>
                    <a:pt x="21244" y="21244"/>
                  </a:cubicBezTo>
                  <a:cubicBezTo>
                    <a:pt x="34847" y="7642"/>
                    <a:pt x="53296" y="0"/>
                    <a:pt x="72533" y="0"/>
                  </a:cubicBezTo>
                  <a:close/>
                </a:path>
              </a:pathLst>
            </a:custGeom>
            <a:gradFill rotWithShape="1">
              <a:gsLst>
                <a:gs pos="0">
                  <a:srgbClr val="F9F5ED">
                    <a:alpha val="100000"/>
                  </a:srgbClr>
                </a:gs>
                <a:gs pos="100000">
                  <a:srgbClr val="FAF6EE">
                    <a:alpha val="0"/>
                  </a:srgbClr>
                </a:gs>
              </a:gsLst>
              <a:lin ang="0"/>
            </a:gradFill>
          </p:spPr>
        </p:sp>
        <p:sp>
          <p:nvSpPr>
            <p:cNvPr id="9" name="TextBox 9"/>
            <p:cNvSpPr txBox="1"/>
            <p:nvPr/>
          </p:nvSpPr>
          <p:spPr>
            <a:xfrm>
              <a:off x="0" y="-66675"/>
              <a:ext cx="1124473" cy="435047"/>
            </a:xfrm>
            <a:prstGeom prst="rect">
              <a:avLst/>
            </a:prstGeom>
          </p:spPr>
          <p:txBody>
            <a:bodyPr lIns="50800" tIns="50800" rIns="50800" bIns="50800" rtlCol="0" anchor="ctr"/>
            <a:lstStyle/>
            <a:p>
              <a:pPr marL="0" lvl="0" indent="0" algn="ctr">
                <a:lnSpc>
                  <a:spcPts val="2800"/>
                </a:lnSpc>
              </a:pPr>
              <a:endParaRPr/>
            </a:p>
          </p:txBody>
        </p:sp>
      </p:grpSp>
      <p:grpSp>
        <p:nvGrpSpPr>
          <p:cNvPr id="10" name="Group 10"/>
          <p:cNvGrpSpPr/>
          <p:nvPr/>
        </p:nvGrpSpPr>
        <p:grpSpPr>
          <a:xfrm>
            <a:off x="11762572" y="3851505"/>
            <a:ext cx="4269484" cy="1398661"/>
            <a:chOff x="0" y="0"/>
            <a:chExt cx="1124473" cy="368372"/>
          </a:xfrm>
        </p:grpSpPr>
        <p:sp>
          <p:nvSpPr>
            <p:cNvPr id="11" name="Freeform 11"/>
            <p:cNvSpPr/>
            <p:nvPr/>
          </p:nvSpPr>
          <p:spPr>
            <a:xfrm>
              <a:off x="0" y="0"/>
              <a:ext cx="1124473" cy="368372"/>
            </a:xfrm>
            <a:custGeom>
              <a:avLst/>
              <a:gdLst/>
              <a:ahLst/>
              <a:cxnLst/>
              <a:rect l="l" t="t" r="r" b="b"/>
              <a:pathLst>
                <a:path w="1124473" h="368372">
                  <a:moveTo>
                    <a:pt x="72533" y="0"/>
                  </a:moveTo>
                  <a:lnTo>
                    <a:pt x="1051941" y="0"/>
                  </a:lnTo>
                  <a:cubicBezTo>
                    <a:pt x="1071177" y="0"/>
                    <a:pt x="1089626" y="7642"/>
                    <a:pt x="1103229" y="21244"/>
                  </a:cubicBezTo>
                  <a:cubicBezTo>
                    <a:pt x="1116831" y="34847"/>
                    <a:pt x="1124473" y="53296"/>
                    <a:pt x="1124473" y="72533"/>
                  </a:cubicBezTo>
                  <a:lnTo>
                    <a:pt x="1124473" y="295839"/>
                  </a:lnTo>
                  <a:cubicBezTo>
                    <a:pt x="1124473" y="315076"/>
                    <a:pt x="1116831" y="333525"/>
                    <a:pt x="1103229" y="347127"/>
                  </a:cubicBezTo>
                  <a:cubicBezTo>
                    <a:pt x="1089626" y="360730"/>
                    <a:pt x="1071177" y="368372"/>
                    <a:pt x="1051941" y="368372"/>
                  </a:cubicBezTo>
                  <a:lnTo>
                    <a:pt x="72533" y="368372"/>
                  </a:lnTo>
                  <a:cubicBezTo>
                    <a:pt x="53296" y="368372"/>
                    <a:pt x="34847" y="360730"/>
                    <a:pt x="21244" y="347127"/>
                  </a:cubicBezTo>
                  <a:cubicBezTo>
                    <a:pt x="7642" y="333525"/>
                    <a:pt x="0" y="315076"/>
                    <a:pt x="0" y="295839"/>
                  </a:cubicBezTo>
                  <a:lnTo>
                    <a:pt x="0" y="72533"/>
                  </a:lnTo>
                  <a:cubicBezTo>
                    <a:pt x="0" y="53296"/>
                    <a:pt x="7642" y="34847"/>
                    <a:pt x="21244" y="21244"/>
                  </a:cubicBezTo>
                  <a:cubicBezTo>
                    <a:pt x="34847" y="7642"/>
                    <a:pt x="53296" y="0"/>
                    <a:pt x="72533" y="0"/>
                  </a:cubicBezTo>
                  <a:close/>
                </a:path>
              </a:pathLst>
            </a:custGeom>
            <a:gradFill rotWithShape="1">
              <a:gsLst>
                <a:gs pos="0">
                  <a:srgbClr val="FAF6EE">
                    <a:alpha val="0"/>
                  </a:srgbClr>
                </a:gs>
                <a:gs pos="100000">
                  <a:srgbClr val="F9F5ED">
                    <a:alpha val="100000"/>
                  </a:srgbClr>
                </a:gs>
              </a:gsLst>
              <a:lin ang="0"/>
            </a:gradFill>
          </p:spPr>
        </p:sp>
        <p:sp>
          <p:nvSpPr>
            <p:cNvPr id="12" name="TextBox 12"/>
            <p:cNvSpPr txBox="1"/>
            <p:nvPr/>
          </p:nvSpPr>
          <p:spPr>
            <a:xfrm>
              <a:off x="0" y="-66675"/>
              <a:ext cx="1124473" cy="435047"/>
            </a:xfrm>
            <a:prstGeom prst="rect">
              <a:avLst/>
            </a:prstGeom>
          </p:spPr>
          <p:txBody>
            <a:bodyPr lIns="50800" tIns="50800" rIns="50800" bIns="50800" rtlCol="0" anchor="ctr"/>
            <a:lstStyle/>
            <a:p>
              <a:pPr marL="0" lvl="0" indent="0" algn="ctr">
                <a:lnSpc>
                  <a:spcPts val="2800"/>
                </a:lnSpc>
              </a:pPr>
              <a:endParaRPr/>
            </a:p>
          </p:txBody>
        </p:sp>
      </p:grpSp>
      <p:grpSp>
        <p:nvGrpSpPr>
          <p:cNvPr id="13" name="Group 13"/>
          <p:cNvGrpSpPr/>
          <p:nvPr/>
        </p:nvGrpSpPr>
        <p:grpSpPr>
          <a:xfrm>
            <a:off x="11762572" y="5548644"/>
            <a:ext cx="4269484" cy="1398661"/>
            <a:chOff x="0" y="0"/>
            <a:chExt cx="1124473" cy="368372"/>
          </a:xfrm>
        </p:grpSpPr>
        <p:sp>
          <p:nvSpPr>
            <p:cNvPr id="14" name="Freeform 14"/>
            <p:cNvSpPr/>
            <p:nvPr/>
          </p:nvSpPr>
          <p:spPr>
            <a:xfrm>
              <a:off x="0" y="0"/>
              <a:ext cx="1124473" cy="368372"/>
            </a:xfrm>
            <a:custGeom>
              <a:avLst/>
              <a:gdLst/>
              <a:ahLst/>
              <a:cxnLst/>
              <a:rect l="l" t="t" r="r" b="b"/>
              <a:pathLst>
                <a:path w="1124473" h="368372">
                  <a:moveTo>
                    <a:pt x="72533" y="0"/>
                  </a:moveTo>
                  <a:lnTo>
                    <a:pt x="1051941" y="0"/>
                  </a:lnTo>
                  <a:cubicBezTo>
                    <a:pt x="1071177" y="0"/>
                    <a:pt x="1089626" y="7642"/>
                    <a:pt x="1103229" y="21244"/>
                  </a:cubicBezTo>
                  <a:cubicBezTo>
                    <a:pt x="1116831" y="34847"/>
                    <a:pt x="1124473" y="53296"/>
                    <a:pt x="1124473" y="72533"/>
                  </a:cubicBezTo>
                  <a:lnTo>
                    <a:pt x="1124473" y="295839"/>
                  </a:lnTo>
                  <a:cubicBezTo>
                    <a:pt x="1124473" y="315076"/>
                    <a:pt x="1116831" y="333525"/>
                    <a:pt x="1103229" y="347127"/>
                  </a:cubicBezTo>
                  <a:cubicBezTo>
                    <a:pt x="1089626" y="360730"/>
                    <a:pt x="1071177" y="368372"/>
                    <a:pt x="1051941" y="368372"/>
                  </a:cubicBezTo>
                  <a:lnTo>
                    <a:pt x="72533" y="368372"/>
                  </a:lnTo>
                  <a:cubicBezTo>
                    <a:pt x="53296" y="368372"/>
                    <a:pt x="34847" y="360730"/>
                    <a:pt x="21244" y="347127"/>
                  </a:cubicBezTo>
                  <a:cubicBezTo>
                    <a:pt x="7642" y="333525"/>
                    <a:pt x="0" y="315076"/>
                    <a:pt x="0" y="295839"/>
                  </a:cubicBezTo>
                  <a:lnTo>
                    <a:pt x="0" y="72533"/>
                  </a:lnTo>
                  <a:cubicBezTo>
                    <a:pt x="0" y="53296"/>
                    <a:pt x="7642" y="34847"/>
                    <a:pt x="21244" y="21244"/>
                  </a:cubicBezTo>
                  <a:cubicBezTo>
                    <a:pt x="34847" y="7642"/>
                    <a:pt x="53296" y="0"/>
                    <a:pt x="72533" y="0"/>
                  </a:cubicBezTo>
                  <a:close/>
                </a:path>
              </a:pathLst>
            </a:custGeom>
            <a:gradFill rotWithShape="1">
              <a:gsLst>
                <a:gs pos="0">
                  <a:srgbClr val="F9F5ED">
                    <a:alpha val="100000"/>
                  </a:srgbClr>
                </a:gs>
                <a:gs pos="100000">
                  <a:srgbClr val="FAF6EE">
                    <a:alpha val="0"/>
                  </a:srgbClr>
                </a:gs>
              </a:gsLst>
              <a:lin ang="0"/>
            </a:gradFill>
          </p:spPr>
        </p:sp>
        <p:sp>
          <p:nvSpPr>
            <p:cNvPr id="15" name="TextBox 15"/>
            <p:cNvSpPr txBox="1"/>
            <p:nvPr/>
          </p:nvSpPr>
          <p:spPr>
            <a:xfrm>
              <a:off x="0" y="-66675"/>
              <a:ext cx="1124473" cy="435047"/>
            </a:xfrm>
            <a:prstGeom prst="rect">
              <a:avLst/>
            </a:prstGeom>
          </p:spPr>
          <p:txBody>
            <a:bodyPr lIns="50800" tIns="50800" rIns="50800" bIns="50800" rtlCol="0" anchor="ctr"/>
            <a:lstStyle/>
            <a:p>
              <a:pPr marL="0" lvl="0" indent="0" algn="ctr">
                <a:lnSpc>
                  <a:spcPts val="2800"/>
                </a:lnSpc>
              </a:pPr>
              <a:endParaRPr/>
            </a:p>
          </p:txBody>
        </p:sp>
      </p:grpSp>
      <p:grpSp>
        <p:nvGrpSpPr>
          <p:cNvPr id="16" name="Group 16"/>
          <p:cNvGrpSpPr/>
          <p:nvPr/>
        </p:nvGrpSpPr>
        <p:grpSpPr>
          <a:xfrm>
            <a:off x="11762572" y="7245783"/>
            <a:ext cx="4269484" cy="1398661"/>
            <a:chOff x="0" y="0"/>
            <a:chExt cx="1124473" cy="368372"/>
          </a:xfrm>
        </p:grpSpPr>
        <p:sp>
          <p:nvSpPr>
            <p:cNvPr id="17" name="Freeform 17"/>
            <p:cNvSpPr/>
            <p:nvPr/>
          </p:nvSpPr>
          <p:spPr>
            <a:xfrm>
              <a:off x="0" y="0"/>
              <a:ext cx="1124473" cy="368372"/>
            </a:xfrm>
            <a:custGeom>
              <a:avLst/>
              <a:gdLst/>
              <a:ahLst/>
              <a:cxnLst/>
              <a:rect l="l" t="t" r="r" b="b"/>
              <a:pathLst>
                <a:path w="1124473" h="368372">
                  <a:moveTo>
                    <a:pt x="72533" y="0"/>
                  </a:moveTo>
                  <a:lnTo>
                    <a:pt x="1051941" y="0"/>
                  </a:lnTo>
                  <a:cubicBezTo>
                    <a:pt x="1071177" y="0"/>
                    <a:pt x="1089626" y="7642"/>
                    <a:pt x="1103229" y="21244"/>
                  </a:cubicBezTo>
                  <a:cubicBezTo>
                    <a:pt x="1116831" y="34847"/>
                    <a:pt x="1124473" y="53296"/>
                    <a:pt x="1124473" y="72533"/>
                  </a:cubicBezTo>
                  <a:lnTo>
                    <a:pt x="1124473" y="295839"/>
                  </a:lnTo>
                  <a:cubicBezTo>
                    <a:pt x="1124473" y="315076"/>
                    <a:pt x="1116831" y="333525"/>
                    <a:pt x="1103229" y="347127"/>
                  </a:cubicBezTo>
                  <a:cubicBezTo>
                    <a:pt x="1089626" y="360730"/>
                    <a:pt x="1071177" y="368372"/>
                    <a:pt x="1051941" y="368372"/>
                  </a:cubicBezTo>
                  <a:lnTo>
                    <a:pt x="72533" y="368372"/>
                  </a:lnTo>
                  <a:cubicBezTo>
                    <a:pt x="53296" y="368372"/>
                    <a:pt x="34847" y="360730"/>
                    <a:pt x="21244" y="347127"/>
                  </a:cubicBezTo>
                  <a:cubicBezTo>
                    <a:pt x="7642" y="333525"/>
                    <a:pt x="0" y="315076"/>
                    <a:pt x="0" y="295839"/>
                  </a:cubicBezTo>
                  <a:lnTo>
                    <a:pt x="0" y="72533"/>
                  </a:lnTo>
                  <a:cubicBezTo>
                    <a:pt x="0" y="53296"/>
                    <a:pt x="7642" y="34847"/>
                    <a:pt x="21244" y="21244"/>
                  </a:cubicBezTo>
                  <a:cubicBezTo>
                    <a:pt x="34847" y="7642"/>
                    <a:pt x="53296" y="0"/>
                    <a:pt x="72533" y="0"/>
                  </a:cubicBezTo>
                  <a:close/>
                </a:path>
              </a:pathLst>
            </a:custGeom>
            <a:gradFill rotWithShape="1">
              <a:gsLst>
                <a:gs pos="0">
                  <a:srgbClr val="FAF6EE">
                    <a:alpha val="0"/>
                  </a:srgbClr>
                </a:gs>
                <a:gs pos="100000">
                  <a:srgbClr val="F9F5ED">
                    <a:alpha val="100000"/>
                  </a:srgbClr>
                </a:gs>
              </a:gsLst>
              <a:lin ang="0"/>
            </a:gradFill>
          </p:spPr>
        </p:sp>
        <p:sp>
          <p:nvSpPr>
            <p:cNvPr id="18" name="TextBox 18"/>
            <p:cNvSpPr txBox="1"/>
            <p:nvPr/>
          </p:nvSpPr>
          <p:spPr>
            <a:xfrm>
              <a:off x="0" y="-66675"/>
              <a:ext cx="1124473" cy="435047"/>
            </a:xfrm>
            <a:prstGeom prst="rect">
              <a:avLst/>
            </a:prstGeom>
          </p:spPr>
          <p:txBody>
            <a:bodyPr lIns="50800" tIns="50800" rIns="50800" bIns="50800" rtlCol="0" anchor="ctr"/>
            <a:lstStyle/>
            <a:p>
              <a:pPr marL="0" lvl="0" indent="0" algn="ctr">
                <a:lnSpc>
                  <a:spcPts val="2800"/>
                </a:lnSpc>
              </a:pPr>
              <a:endParaRPr/>
            </a:p>
          </p:txBody>
        </p:sp>
      </p:grpSp>
      <p:grpSp>
        <p:nvGrpSpPr>
          <p:cNvPr id="19" name="Group 19"/>
          <p:cNvGrpSpPr/>
          <p:nvPr/>
        </p:nvGrpSpPr>
        <p:grpSpPr>
          <a:xfrm>
            <a:off x="6928010" y="1957161"/>
            <a:ext cx="3927252" cy="7301139"/>
            <a:chOff x="0" y="0"/>
            <a:chExt cx="608434" cy="1131138"/>
          </a:xfrm>
        </p:grpSpPr>
        <p:sp>
          <p:nvSpPr>
            <p:cNvPr id="20" name="Freeform 20"/>
            <p:cNvSpPr/>
            <p:nvPr/>
          </p:nvSpPr>
          <p:spPr>
            <a:xfrm>
              <a:off x="0" y="0"/>
              <a:ext cx="608434" cy="1131138"/>
            </a:xfrm>
            <a:custGeom>
              <a:avLst/>
              <a:gdLst/>
              <a:ahLst/>
              <a:cxnLst/>
              <a:rect l="l" t="t" r="r" b="b"/>
              <a:pathLst>
                <a:path w="608434" h="1131138">
                  <a:moveTo>
                    <a:pt x="78853" y="0"/>
                  </a:moveTo>
                  <a:lnTo>
                    <a:pt x="529581" y="0"/>
                  </a:lnTo>
                  <a:cubicBezTo>
                    <a:pt x="573130" y="0"/>
                    <a:pt x="608434" y="35304"/>
                    <a:pt x="608434" y="78853"/>
                  </a:cubicBezTo>
                  <a:lnTo>
                    <a:pt x="608434" y="1052284"/>
                  </a:lnTo>
                  <a:cubicBezTo>
                    <a:pt x="608434" y="1073197"/>
                    <a:pt x="600126" y="1093254"/>
                    <a:pt x="585339" y="1108042"/>
                  </a:cubicBezTo>
                  <a:cubicBezTo>
                    <a:pt x="570551" y="1122830"/>
                    <a:pt x="550494" y="1131138"/>
                    <a:pt x="529581" y="1131138"/>
                  </a:cubicBezTo>
                  <a:lnTo>
                    <a:pt x="78853" y="1131138"/>
                  </a:lnTo>
                  <a:cubicBezTo>
                    <a:pt x="35304" y="1131138"/>
                    <a:pt x="0" y="1095834"/>
                    <a:pt x="0" y="1052284"/>
                  </a:cubicBezTo>
                  <a:lnTo>
                    <a:pt x="0" y="78853"/>
                  </a:lnTo>
                  <a:cubicBezTo>
                    <a:pt x="0" y="35304"/>
                    <a:pt x="35304" y="0"/>
                    <a:pt x="78853" y="0"/>
                  </a:cubicBezTo>
                  <a:close/>
                </a:path>
              </a:pathLst>
            </a:custGeom>
            <a:blipFill>
              <a:blip r:embed="rId4"/>
              <a:stretch>
                <a:fillRect l="-427" r="-427"/>
              </a:stretch>
            </a:blipFill>
          </p:spPr>
        </p:sp>
      </p:grpSp>
      <p:grpSp>
        <p:nvGrpSpPr>
          <p:cNvPr id="21" name="Group 21"/>
          <p:cNvGrpSpPr/>
          <p:nvPr/>
        </p:nvGrpSpPr>
        <p:grpSpPr>
          <a:xfrm>
            <a:off x="374799" y="5173098"/>
            <a:ext cx="6553211" cy="2010830"/>
            <a:chOff x="0" y="0"/>
            <a:chExt cx="1725949" cy="529601"/>
          </a:xfrm>
        </p:grpSpPr>
        <p:sp>
          <p:nvSpPr>
            <p:cNvPr id="22" name="Freeform 22"/>
            <p:cNvSpPr/>
            <p:nvPr/>
          </p:nvSpPr>
          <p:spPr>
            <a:xfrm>
              <a:off x="0" y="0"/>
              <a:ext cx="1725949" cy="529601"/>
            </a:xfrm>
            <a:custGeom>
              <a:avLst/>
              <a:gdLst/>
              <a:ahLst/>
              <a:cxnLst/>
              <a:rect l="l" t="t" r="r" b="b"/>
              <a:pathLst>
                <a:path w="1725949" h="529601">
                  <a:moveTo>
                    <a:pt x="47256" y="0"/>
                  </a:moveTo>
                  <a:lnTo>
                    <a:pt x="1678693" y="0"/>
                  </a:lnTo>
                  <a:cubicBezTo>
                    <a:pt x="1704792" y="0"/>
                    <a:pt x="1725949" y="21157"/>
                    <a:pt x="1725949" y="47256"/>
                  </a:cubicBezTo>
                  <a:lnTo>
                    <a:pt x="1725949" y="482346"/>
                  </a:lnTo>
                  <a:cubicBezTo>
                    <a:pt x="1725949" y="508444"/>
                    <a:pt x="1704792" y="529601"/>
                    <a:pt x="1678693" y="529601"/>
                  </a:cubicBezTo>
                  <a:lnTo>
                    <a:pt x="47256" y="529601"/>
                  </a:lnTo>
                  <a:cubicBezTo>
                    <a:pt x="34723" y="529601"/>
                    <a:pt x="22703" y="524623"/>
                    <a:pt x="13841" y="515760"/>
                  </a:cubicBezTo>
                  <a:cubicBezTo>
                    <a:pt x="4979" y="506898"/>
                    <a:pt x="0" y="494879"/>
                    <a:pt x="0" y="482346"/>
                  </a:cubicBezTo>
                  <a:lnTo>
                    <a:pt x="0" y="47256"/>
                  </a:lnTo>
                  <a:cubicBezTo>
                    <a:pt x="0" y="21157"/>
                    <a:pt x="21157" y="0"/>
                    <a:pt x="47256" y="0"/>
                  </a:cubicBezTo>
                  <a:close/>
                </a:path>
              </a:pathLst>
            </a:custGeom>
            <a:solidFill>
              <a:srgbClr val="A159B8"/>
            </a:solidFill>
            <a:ln cap="rnd">
              <a:noFill/>
              <a:prstDash val="solid"/>
              <a:round/>
            </a:ln>
          </p:spPr>
        </p:sp>
        <p:sp>
          <p:nvSpPr>
            <p:cNvPr id="23" name="TextBox 23"/>
            <p:cNvSpPr txBox="1"/>
            <p:nvPr/>
          </p:nvSpPr>
          <p:spPr>
            <a:xfrm>
              <a:off x="0" y="-66675"/>
              <a:ext cx="1725949" cy="596276"/>
            </a:xfrm>
            <a:prstGeom prst="rect">
              <a:avLst/>
            </a:prstGeom>
          </p:spPr>
          <p:txBody>
            <a:bodyPr lIns="50800" tIns="50800" rIns="50800" bIns="50800" rtlCol="0" anchor="ctr"/>
            <a:lstStyle/>
            <a:p>
              <a:pPr marL="0" lvl="0" indent="0" algn="ctr">
                <a:lnSpc>
                  <a:spcPts val="2800"/>
                </a:lnSpc>
              </a:pPr>
              <a:endParaRPr/>
            </a:p>
          </p:txBody>
        </p:sp>
      </p:grpSp>
      <p:sp>
        <p:nvSpPr>
          <p:cNvPr id="24" name="Freeform 24"/>
          <p:cNvSpPr/>
          <p:nvPr/>
        </p:nvSpPr>
        <p:spPr>
          <a:xfrm>
            <a:off x="12150436" y="4112208"/>
            <a:ext cx="1102570" cy="797720"/>
          </a:xfrm>
          <a:custGeom>
            <a:avLst/>
            <a:gdLst/>
            <a:ahLst/>
            <a:cxnLst/>
            <a:rect l="l" t="t" r="r" b="b"/>
            <a:pathLst>
              <a:path w="1102570" h="797720">
                <a:moveTo>
                  <a:pt x="0" y="0"/>
                </a:moveTo>
                <a:lnTo>
                  <a:pt x="1102570" y="0"/>
                </a:lnTo>
                <a:lnTo>
                  <a:pt x="1102570" y="797720"/>
                </a:lnTo>
                <a:lnTo>
                  <a:pt x="0" y="797720"/>
                </a:lnTo>
                <a:lnTo>
                  <a:pt x="0" y="0"/>
                </a:lnTo>
                <a:close/>
              </a:path>
            </a:pathLst>
          </a:custGeom>
          <a:blipFill>
            <a:blip r:embed="rId5"/>
            <a:stretch>
              <a:fillRect/>
            </a:stretch>
          </a:blipFill>
        </p:spPr>
      </p:sp>
      <p:sp>
        <p:nvSpPr>
          <p:cNvPr id="25" name="Freeform 25"/>
          <p:cNvSpPr/>
          <p:nvPr/>
        </p:nvSpPr>
        <p:spPr>
          <a:xfrm>
            <a:off x="12313936" y="5756254"/>
            <a:ext cx="777257" cy="976588"/>
          </a:xfrm>
          <a:custGeom>
            <a:avLst/>
            <a:gdLst/>
            <a:ahLst/>
            <a:cxnLst/>
            <a:rect l="l" t="t" r="r" b="b"/>
            <a:pathLst>
              <a:path w="777257" h="976588">
                <a:moveTo>
                  <a:pt x="0" y="0"/>
                </a:moveTo>
                <a:lnTo>
                  <a:pt x="777257" y="0"/>
                </a:lnTo>
                <a:lnTo>
                  <a:pt x="777257" y="976588"/>
                </a:lnTo>
                <a:lnTo>
                  <a:pt x="0" y="976588"/>
                </a:lnTo>
                <a:lnTo>
                  <a:pt x="0" y="0"/>
                </a:lnTo>
                <a:close/>
              </a:path>
            </a:pathLst>
          </a:custGeom>
          <a:blipFill>
            <a:blip r:embed="rId6"/>
            <a:stretch>
              <a:fillRect/>
            </a:stretch>
          </a:blipFill>
        </p:spPr>
      </p:sp>
      <p:sp>
        <p:nvSpPr>
          <p:cNvPr id="26" name="Freeform 26"/>
          <p:cNvSpPr/>
          <p:nvPr/>
        </p:nvSpPr>
        <p:spPr>
          <a:xfrm>
            <a:off x="12325165" y="7459263"/>
            <a:ext cx="805000" cy="921230"/>
          </a:xfrm>
          <a:custGeom>
            <a:avLst/>
            <a:gdLst/>
            <a:ahLst/>
            <a:cxnLst/>
            <a:rect l="l" t="t" r="r" b="b"/>
            <a:pathLst>
              <a:path w="805000" h="921230">
                <a:moveTo>
                  <a:pt x="0" y="0"/>
                </a:moveTo>
                <a:lnTo>
                  <a:pt x="805000" y="0"/>
                </a:lnTo>
                <a:lnTo>
                  <a:pt x="805000" y="921230"/>
                </a:lnTo>
                <a:lnTo>
                  <a:pt x="0" y="921230"/>
                </a:lnTo>
                <a:lnTo>
                  <a:pt x="0" y="0"/>
                </a:lnTo>
                <a:close/>
              </a:path>
            </a:pathLst>
          </a:custGeom>
          <a:blipFill>
            <a:blip r:embed="rId7"/>
            <a:stretch>
              <a:fillRect/>
            </a:stretch>
          </a:blipFill>
        </p:spPr>
      </p:sp>
      <p:sp>
        <p:nvSpPr>
          <p:cNvPr id="27" name="Freeform 27"/>
          <p:cNvSpPr/>
          <p:nvPr/>
        </p:nvSpPr>
        <p:spPr>
          <a:xfrm>
            <a:off x="12099470" y="2269855"/>
            <a:ext cx="1254576" cy="1270583"/>
          </a:xfrm>
          <a:custGeom>
            <a:avLst/>
            <a:gdLst/>
            <a:ahLst/>
            <a:cxnLst/>
            <a:rect l="l" t="t" r="r" b="b"/>
            <a:pathLst>
              <a:path w="1254576" h="1270583">
                <a:moveTo>
                  <a:pt x="0" y="0"/>
                </a:moveTo>
                <a:lnTo>
                  <a:pt x="1254576" y="0"/>
                </a:lnTo>
                <a:lnTo>
                  <a:pt x="1254576" y="1270584"/>
                </a:lnTo>
                <a:lnTo>
                  <a:pt x="0" y="1270584"/>
                </a:lnTo>
                <a:lnTo>
                  <a:pt x="0" y="0"/>
                </a:lnTo>
                <a:close/>
              </a:path>
            </a:pathLst>
          </a:custGeom>
          <a:blipFill>
            <a:blip r:embed="rId8"/>
            <a:stretch>
              <a:fillRect/>
            </a:stretch>
          </a:blipFill>
        </p:spPr>
      </p:sp>
      <p:sp>
        <p:nvSpPr>
          <p:cNvPr id="33" name="TextBox 33"/>
          <p:cNvSpPr txBox="1"/>
          <p:nvPr/>
        </p:nvSpPr>
        <p:spPr>
          <a:xfrm>
            <a:off x="705330" y="2845030"/>
            <a:ext cx="5619270" cy="1520944"/>
          </a:xfrm>
          <a:prstGeom prst="rect">
            <a:avLst/>
          </a:prstGeom>
        </p:spPr>
        <p:txBody>
          <a:bodyPr lIns="0" tIns="0" rIns="0" bIns="0" rtlCol="0" anchor="t">
            <a:spAutoFit/>
          </a:bodyPr>
          <a:lstStyle/>
          <a:p>
            <a:pPr marL="0" lvl="0" indent="0" algn="l">
              <a:lnSpc>
                <a:spcPts val="11718"/>
              </a:lnSpc>
              <a:spcBef>
                <a:spcPct val="0"/>
              </a:spcBef>
            </a:pPr>
            <a:r>
              <a:rPr lang="en-US" sz="8370" dirty="0">
                <a:gradFill>
                  <a:gsLst>
                    <a:gs pos="0">
                      <a:srgbClr val="426CC2">
                        <a:alpha val="100000"/>
                      </a:srgbClr>
                    </a:gs>
                    <a:gs pos="100000">
                      <a:srgbClr val="173268">
                        <a:alpha val="100000"/>
                      </a:srgbClr>
                    </a:gs>
                  </a:gsLst>
                  <a:lin ang="5400000"/>
                </a:gradFill>
                <a:latin typeface="Poppins"/>
                <a:ea typeface="Poppins"/>
                <a:cs typeface="Poppins"/>
                <a:sym typeface="Poppins"/>
              </a:rPr>
              <a:t>Objectives</a:t>
            </a:r>
          </a:p>
        </p:txBody>
      </p:sp>
      <p:sp>
        <p:nvSpPr>
          <p:cNvPr id="34" name="TextBox 34"/>
          <p:cNvSpPr txBox="1"/>
          <p:nvPr/>
        </p:nvSpPr>
        <p:spPr>
          <a:xfrm>
            <a:off x="13317125" y="2550166"/>
            <a:ext cx="1294428" cy="507206"/>
          </a:xfrm>
          <a:prstGeom prst="rect">
            <a:avLst/>
          </a:prstGeom>
        </p:spPr>
        <p:txBody>
          <a:bodyPr lIns="0" tIns="0" rIns="0" bIns="0" rtlCol="0" anchor="t">
            <a:spAutoFit/>
          </a:bodyPr>
          <a:lstStyle/>
          <a:p>
            <a:pPr marL="0" lvl="0" indent="0" algn="l">
              <a:lnSpc>
                <a:spcPts val="1968"/>
              </a:lnSpc>
              <a:spcBef>
                <a:spcPct val="0"/>
              </a:spcBef>
            </a:pPr>
            <a:r>
              <a:rPr lang="en-US" sz="1406" b="1">
                <a:solidFill>
                  <a:srgbClr val="3B3B3B"/>
                </a:solidFill>
                <a:latin typeface="Poppins Bold"/>
                <a:ea typeface="Poppins Bold"/>
                <a:cs typeface="Poppins Bold"/>
                <a:sym typeface="Poppins Bold"/>
              </a:rPr>
              <a:t>Centralized Platform</a:t>
            </a:r>
          </a:p>
        </p:txBody>
      </p:sp>
      <p:sp>
        <p:nvSpPr>
          <p:cNvPr id="35" name="TextBox 35"/>
          <p:cNvSpPr txBox="1"/>
          <p:nvPr/>
        </p:nvSpPr>
        <p:spPr>
          <a:xfrm>
            <a:off x="13317125" y="4247305"/>
            <a:ext cx="1859862" cy="259556"/>
          </a:xfrm>
          <a:prstGeom prst="rect">
            <a:avLst/>
          </a:prstGeom>
        </p:spPr>
        <p:txBody>
          <a:bodyPr lIns="0" tIns="0" rIns="0" bIns="0" rtlCol="0" anchor="t">
            <a:spAutoFit/>
          </a:bodyPr>
          <a:lstStyle/>
          <a:p>
            <a:pPr marL="0" lvl="0" indent="0" algn="l">
              <a:lnSpc>
                <a:spcPts val="1968"/>
              </a:lnSpc>
              <a:spcBef>
                <a:spcPct val="0"/>
              </a:spcBef>
            </a:pPr>
            <a:r>
              <a:rPr lang="en-US" sz="1406" b="1">
                <a:solidFill>
                  <a:srgbClr val="3B3B3B"/>
                </a:solidFill>
                <a:latin typeface="Poppins Bold"/>
                <a:ea typeface="Poppins Bold"/>
                <a:cs typeface="Poppins Bold"/>
                <a:sym typeface="Poppins Bold"/>
              </a:rPr>
              <a:t>Detailed Analytics</a:t>
            </a:r>
          </a:p>
        </p:txBody>
      </p:sp>
      <p:sp>
        <p:nvSpPr>
          <p:cNvPr id="36" name="TextBox 36"/>
          <p:cNvSpPr txBox="1"/>
          <p:nvPr/>
        </p:nvSpPr>
        <p:spPr>
          <a:xfrm>
            <a:off x="13317125" y="5944445"/>
            <a:ext cx="1859862" cy="507206"/>
          </a:xfrm>
          <a:prstGeom prst="rect">
            <a:avLst/>
          </a:prstGeom>
        </p:spPr>
        <p:txBody>
          <a:bodyPr lIns="0" tIns="0" rIns="0" bIns="0" rtlCol="0" anchor="t">
            <a:spAutoFit/>
          </a:bodyPr>
          <a:lstStyle/>
          <a:p>
            <a:pPr marL="0" lvl="0" indent="0" algn="l">
              <a:lnSpc>
                <a:spcPts val="1968"/>
              </a:lnSpc>
              <a:spcBef>
                <a:spcPct val="0"/>
              </a:spcBef>
            </a:pPr>
            <a:r>
              <a:rPr lang="en-US" sz="1406" b="1">
                <a:solidFill>
                  <a:srgbClr val="3B3B3B"/>
                </a:solidFill>
                <a:latin typeface="Poppins Bold"/>
                <a:ea typeface="Poppins Bold"/>
                <a:cs typeface="Poppins Bold"/>
                <a:sym typeface="Poppins Bold"/>
              </a:rPr>
              <a:t>Performance Classification</a:t>
            </a:r>
          </a:p>
        </p:txBody>
      </p:sp>
      <p:sp>
        <p:nvSpPr>
          <p:cNvPr id="37" name="TextBox 37"/>
          <p:cNvSpPr txBox="1"/>
          <p:nvPr/>
        </p:nvSpPr>
        <p:spPr>
          <a:xfrm>
            <a:off x="13317125" y="7641584"/>
            <a:ext cx="2102860" cy="259556"/>
          </a:xfrm>
          <a:prstGeom prst="rect">
            <a:avLst/>
          </a:prstGeom>
        </p:spPr>
        <p:txBody>
          <a:bodyPr lIns="0" tIns="0" rIns="0" bIns="0" rtlCol="0" anchor="t">
            <a:spAutoFit/>
          </a:bodyPr>
          <a:lstStyle/>
          <a:p>
            <a:pPr marL="0" lvl="0" indent="0" algn="l">
              <a:lnSpc>
                <a:spcPts val="1968"/>
              </a:lnSpc>
              <a:spcBef>
                <a:spcPct val="0"/>
              </a:spcBef>
            </a:pPr>
            <a:r>
              <a:rPr lang="en-US" sz="1406" b="1">
                <a:solidFill>
                  <a:srgbClr val="3B3B3B"/>
                </a:solidFill>
                <a:latin typeface="Poppins Bold"/>
                <a:ea typeface="Poppins Bold"/>
                <a:cs typeface="Poppins Bold"/>
                <a:sym typeface="Poppins Bold"/>
              </a:rPr>
              <a:t>Visual Reports</a:t>
            </a:r>
          </a:p>
        </p:txBody>
      </p:sp>
      <p:sp>
        <p:nvSpPr>
          <p:cNvPr id="38" name="TextBox 38"/>
          <p:cNvSpPr txBox="1"/>
          <p:nvPr/>
        </p:nvSpPr>
        <p:spPr>
          <a:xfrm>
            <a:off x="901742" y="5548840"/>
            <a:ext cx="5270458" cy="1250156"/>
          </a:xfrm>
          <a:prstGeom prst="rect">
            <a:avLst/>
          </a:prstGeom>
        </p:spPr>
        <p:txBody>
          <a:bodyPr lIns="0" tIns="0" rIns="0" bIns="0" rtlCol="0" anchor="t">
            <a:spAutoFit/>
          </a:bodyPr>
          <a:lstStyle/>
          <a:p>
            <a:pPr marL="0" lvl="0" indent="0" algn="just">
              <a:lnSpc>
                <a:spcPts val="1968"/>
              </a:lnSpc>
              <a:spcBef>
                <a:spcPct val="0"/>
              </a:spcBef>
            </a:pPr>
            <a:r>
              <a:rPr lang="en-US" sz="1406" dirty="0">
                <a:solidFill>
                  <a:srgbClr val="FFFFFF"/>
                </a:solidFill>
                <a:latin typeface="Poppins"/>
                <a:ea typeface="Poppins"/>
                <a:cs typeface="Poppins"/>
                <a:sym typeface="Poppins"/>
              </a:rPr>
              <a:t>Design a centralized platform for exam data management and streamline access for students and faculty. Generate detailed analytics reports to help students understand strengths and weaknesses. Classify performance by subjects and topics for targeted academic improvement.</a:t>
            </a:r>
          </a:p>
        </p:txBody>
      </p:sp>
      <p:sp>
        <p:nvSpPr>
          <p:cNvPr id="39" name="TextBox 39"/>
          <p:cNvSpPr txBox="1"/>
          <p:nvPr/>
        </p:nvSpPr>
        <p:spPr>
          <a:xfrm>
            <a:off x="1308740" y="7926576"/>
            <a:ext cx="5015860" cy="755784"/>
          </a:xfrm>
          <a:prstGeom prst="rect">
            <a:avLst/>
          </a:prstGeom>
        </p:spPr>
        <p:txBody>
          <a:bodyPr wrap="square" lIns="0" tIns="0" rIns="0" bIns="0" rtlCol="0" anchor="t">
            <a:spAutoFit/>
          </a:bodyPr>
          <a:lstStyle/>
          <a:p>
            <a:pPr marL="0" lvl="0" indent="0" algn="just">
              <a:lnSpc>
                <a:spcPts val="1968"/>
              </a:lnSpc>
              <a:spcBef>
                <a:spcPct val="0"/>
              </a:spcBef>
            </a:pPr>
            <a:r>
              <a:rPr lang="en-US" sz="1406" dirty="0">
                <a:solidFill>
                  <a:srgbClr val="3B3B3B"/>
                </a:solidFill>
                <a:latin typeface="Poppins"/>
                <a:ea typeface="Poppins"/>
                <a:cs typeface="Poppins"/>
                <a:sym typeface="Poppins"/>
              </a:rPr>
              <a:t>Support institutions in improving learning outcomes. Provide visual reports for simplified academic analysis. Reduce manual effort in exam report preparation.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4ED"/>
        </a:solidFill>
        <a:effectLst/>
      </p:bgPr>
    </p:bg>
    <p:spTree>
      <p:nvGrpSpPr>
        <p:cNvPr id="1" name=""/>
        <p:cNvGrpSpPr/>
        <p:nvPr/>
      </p:nvGrpSpPr>
      <p:grpSpPr>
        <a:xfrm>
          <a:off x="0" y="0"/>
          <a:ext cx="0" cy="0"/>
          <a:chOff x="0" y="0"/>
          <a:chExt cx="0" cy="0"/>
        </a:xfrm>
      </p:grpSpPr>
      <p:sp>
        <p:nvSpPr>
          <p:cNvPr id="2" name="Freeform 2"/>
          <p:cNvSpPr/>
          <p:nvPr/>
        </p:nvSpPr>
        <p:spPr>
          <a:xfrm>
            <a:off x="4263013" y="3863825"/>
            <a:ext cx="9662336" cy="11235274"/>
          </a:xfrm>
          <a:custGeom>
            <a:avLst/>
            <a:gdLst/>
            <a:ahLst/>
            <a:cxnLst/>
            <a:rect l="l" t="t" r="r" b="b"/>
            <a:pathLst>
              <a:path w="9662336" h="11235274">
                <a:moveTo>
                  <a:pt x="0" y="0"/>
                </a:moveTo>
                <a:lnTo>
                  <a:pt x="9662336" y="0"/>
                </a:lnTo>
                <a:lnTo>
                  <a:pt x="9662336" y="11235274"/>
                </a:lnTo>
                <a:lnTo>
                  <a:pt x="0" y="11235274"/>
                </a:lnTo>
                <a:lnTo>
                  <a:pt x="0" y="0"/>
                </a:lnTo>
                <a:close/>
              </a:path>
            </a:pathLst>
          </a:custGeom>
          <a:blipFill>
            <a:blip r:embed="rId2"/>
            <a:stretch>
              <a:fillRect/>
            </a:stretch>
          </a:blipFill>
        </p:spPr>
      </p:sp>
      <p:grpSp>
        <p:nvGrpSpPr>
          <p:cNvPr id="3" name="Group 3"/>
          <p:cNvGrpSpPr/>
          <p:nvPr/>
        </p:nvGrpSpPr>
        <p:grpSpPr>
          <a:xfrm>
            <a:off x="599183" y="626219"/>
            <a:ext cx="17089633" cy="804962"/>
            <a:chOff x="0" y="0"/>
            <a:chExt cx="8628016" cy="406400"/>
          </a:xfrm>
        </p:grpSpPr>
        <p:sp>
          <p:nvSpPr>
            <p:cNvPr id="4" name="Freeform 4"/>
            <p:cNvSpPr/>
            <p:nvPr/>
          </p:nvSpPr>
          <p:spPr>
            <a:xfrm>
              <a:off x="0" y="0"/>
              <a:ext cx="8628016" cy="406400"/>
            </a:xfrm>
            <a:custGeom>
              <a:avLst/>
              <a:gdLst/>
              <a:ahLst/>
              <a:cxnLst/>
              <a:rect l="l" t="t" r="r" b="b"/>
              <a:pathLst>
                <a:path w="8628016" h="406400">
                  <a:moveTo>
                    <a:pt x="8424816" y="0"/>
                  </a:moveTo>
                  <a:cubicBezTo>
                    <a:pt x="8537040" y="0"/>
                    <a:pt x="8628016" y="90976"/>
                    <a:pt x="8628016" y="203200"/>
                  </a:cubicBezTo>
                  <a:cubicBezTo>
                    <a:pt x="8628016" y="315424"/>
                    <a:pt x="8537040" y="406400"/>
                    <a:pt x="8424816" y="406400"/>
                  </a:cubicBezTo>
                  <a:lnTo>
                    <a:pt x="203200" y="406400"/>
                  </a:lnTo>
                  <a:cubicBezTo>
                    <a:pt x="90976" y="406400"/>
                    <a:pt x="0" y="315424"/>
                    <a:pt x="0" y="203200"/>
                  </a:cubicBezTo>
                  <a:cubicBezTo>
                    <a:pt x="0" y="90976"/>
                    <a:pt x="90976" y="0"/>
                    <a:pt x="203200" y="0"/>
                  </a:cubicBezTo>
                  <a:close/>
                </a:path>
              </a:pathLst>
            </a:custGeom>
            <a:gradFill rotWithShape="1">
              <a:gsLst>
                <a:gs pos="0">
                  <a:srgbClr val="EFEFEF">
                    <a:alpha val="0"/>
                  </a:srgbClr>
                </a:gs>
                <a:gs pos="100000">
                  <a:srgbClr val="EFEFEF">
                    <a:alpha val="100000"/>
                  </a:srgbClr>
                </a:gs>
              </a:gsLst>
              <a:lin ang="5400000"/>
            </a:gradFill>
            <a:ln cap="sq">
              <a:noFill/>
              <a:prstDash val="solid"/>
              <a:miter/>
            </a:ln>
          </p:spPr>
        </p:sp>
        <p:sp>
          <p:nvSpPr>
            <p:cNvPr id="5" name="TextBox 5"/>
            <p:cNvSpPr txBox="1"/>
            <p:nvPr/>
          </p:nvSpPr>
          <p:spPr>
            <a:xfrm>
              <a:off x="0" y="-66675"/>
              <a:ext cx="8628016" cy="473075"/>
            </a:xfrm>
            <a:prstGeom prst="rect">
              <a:avLst/>
            </a:prstGeom>
          </p:spPr>
          <p:txBody>
            <a:bodyPr lIns="50800" tIns="50800" rIns="50800" bIns="50800" rtlCol="0" anchor="ctr"/>
            <a:lstStyle/>
            <a:p>
              <a:pPr marL="0" lvl="0" indent="0" algn="ctr">
                <a:lnSpc>
                  <a:spcPts val="2800"/>
                </a:lnSpc>
              </a:pPr>
              <a:endParaRPr/>
            </a:p>
          </p:txBody>
        </p:sp>
      </p:grpSp>
      <p:sp>
        <p:nvSpPr>
          <p:cNvPr id="6" name="Freeform 6"/>
          <p:cNvSpPr/>
          <p:nvPr/>
        </p:nvSpPr>
        <p:spPr>
          <a:xfrm>
            <a:off x="1028700" y="771584"/>
            <a:ext cx="543215" cy="543215"/>
          </a:xfrm>
          <a:custGeom>
            <a:avLst/>
            <a:gdLst/>
            <a:ahLst/>
            <a:cxnLst/>
            <a:rect l="l" t="t" r="r" b="b"/>
            <a:pathLst>
              <a:path w="543215" h="543215">
                <a:moveTo>
                  <a:pt x="0" y="0"/>
                </a:moveTo>
                <a:lnTo>
                  <a:pt x="543215" y="0"/>
                </a:lnTo>
                <a:lnTo>
                  <a:pt x="543215" y="543215"/>
                </a:lnTo>
                <a:lnTo>
                  <a:pt x="0" y="543215"/>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nvGrpSpPr>
          <p:cNvPr id="7" name="Group 7"/>
          <p:cNvGrpSpPr/>
          <p:nvPr/>
        </p:nvGrpSpPr>
        <p:grpSpPr>
          <a:xfrm>
            <a:off x="10535901" y="2353736"/>
            <a:ext cx="3021838" cy="3020179"/>
            <a:chOff x="0" y="0"/>
            <a:chExt cx="795875" cy="795438"/>
          </a:xfrm>
        </p:grpSpPr>
        <p:sp>
          <p:nvSpPr>
            <p:cNvPr id="8" name="Freeform 8"/>
            <p:cNvSpPr/>
            <p:nvPr/>
          </p:nvSpPr>
          <p:spPr>
            <a:xfrm>
              <a:off x="0" y="0"/>
              <a:ext cx="795875" cy="795438"/>
            </a:xfrm>
            <a:custGeom>
              <a:avLst/>
              <a:gdLst/>
              <a:ahLst/>
              <a:cxnLst/>
              <a:rect l="l" t="t" r="r" b="b"/>
              <a:pathLst>
                <a:path w="795875" h="795438">
                  <a:moveTo>
                    <a:pt x="89670" y="0"/>
                  </a:moveTo>
                  <a:lnTo>
                    <a:pt x="706205" y="0"/>
                  </a:lnTo>
                  <a:cubicBezTo>
                    <a:pt x="729987" y="0"/>
                    <a:pt x="752795" y="9447"/>
                    <a:pt x="769611" y="26264"/>
                  </a:cubicBezTo>
                  <a:cubicBezTo>
                    <a:pt x="786428" y="43080"/>
                    <a:pt x="795875" y="65888"/>
                    <a:pt x="795875" y="89670"/>
                  </a:cubicBezTo>
                  <a:lnTo>
                    <a:pt x="795875" y="705769"/>
                  </a:lnTo>
                  <a:cubicBezTo>
                    <a:pt x="795875" y="755292"/>
                    <a:pt x="755729" y="795438"/>
                    <a:pt x="706205" y="795438"/>
                  </a:cubicBezTo>
                  <a:lnTo>
                    <a:pt x="89670" y="795438"/>
                  </a:lnTo>
                  <a:cubicBezTo>
                    <a:pt x="65888" y="795438"/>
                    <a:pt x="43080" y="785991"/>
                    <a:pt x="26264" y="769175"/>
                  </a:cubicBezTo>
                  <a:cubicBezTo>
                    <a:pt x="9447" y="752358"/>
                    <a:pt x="0" y="729550"/>
                    <a:pt x="0" y="705769"/>
                  </a:cubicBezTo>
                  <a:lnTo>
                    <a:pt x="0" y="89670"/>
                  </a:lnTo>
                  <a:cubicBezTo>
                    <a:pt x="0" y="40146"/>
                    <a:pt x="40146" y="0"/>
                    <a:pt x="89670" y="0"/>
                  </a:cubicBezTo>
                  <a:close/>
                </a:path>
              </a:pathLst>
            </a:custGeom>
            <a:solidFill>
              <a:srgbClr val="A159B8"/>
            </a:solidFill>
            <a:ln cap="rnd">
              <a:noFill/>
              <a:prstDash val="solid"/>
              <a:round/>
            </a:ln>
          </p:spPr>
        </p:sp>
        <p:sp>
          <p:nvSpPr>
            <p:cNvPr id="9" name="TextBox 9"/>
            <p:cNvSpPr txBox="1"/>
            <p:nvPr/>
          </p:nvSpPr>
          <p:spPr>
            <a:xfrm>
              <a:off x="0" y="-66675"/>
              <a:ext cx="795875" cy="862113"/>
            </a:xfrm>
            <a:prstGeom prst="rect">
              <a:avLst/>
            </a:prstGeom>
          </p:spPr>
          <p:txBody>
            <a:bodyPr lIns="50800" tIns="50800" rIns="50800" bIns="50800" rtlCol="0" anchor="ctr"/>
            <a:lstStyle/>
            <a:p>
              <a:pPr marL="0" lvl="0" indent="0" algn="ctr">
                <a:lnSpc>
                  <a:spcPts val="2800"/>
                </a:lnSpc>
              </a:pPr>
              <a:endParaRPr/>
            </a:p>
          </p:txBody>
        </p:sp>
      </p:grpSp>
      <p:grpSp>
        <p:nvGrpSpPr>
          <p:cNvPr id="10" name="Group 10"/>
          <p:cNvGrpSpPr/>
          <p:nvPr/>
        </p:nvGrpSpPr>
        <p:grpSpPr>
          <a:xfrm>
            <a:off x="13897600" y="2353736"/>
            <a:ext cx="3021838" cy="3020179"/>
            <a:chOff x="0" y="0"/>
            <a:chExt cx="795875" cy="795438"/>
          </a:xfrm>
        </p:grpSpPr>
        <p:sp>
          <p:nvSpPr>
            <p:cNvPr id="11" name="Freeform 11"/>
            <p:cNvSpPr/>
            <p:nvPr/>
          </p:nvSpPr>
          <p:spPr>
            <a:xfrm>
              <a:off x="0" y="0"/>
              <a:ext cx="795875" cy="795438"/>
            </a:xfrm>
            <a:custGeom>
              <a:avLst/>
              <a:gdLst/>
              <a:ahLst/>
              <a:cxnLst/>
              <a:rect l="l" t="t" r="r" b="b"/>
              <a:pathLst>
                <a:path w="795875" h="795438">
                  <a:moveTo>
                    <a:pt x="89670" y="0"/>
                  </a:moveTo>
                  <a:lnTo>
                    <a:pt x="706205" y="0"/>
                  </a:lnTo>
                  <a:cubicBezTo>
                    <a:pt x="729987" y="0"/>
                    <a:pt x="752795" y="9447"/>
                    <a:pt x="769611" y="26264"/>
                  </a:cubicBezTo>
                  <a:cubicBezTo>
                    <a:pt x="786428" y="43080"/>
                    <a:pt x="795875" y="65888"/>
                    <a:pt x="795875" y="89670"/>
                  </a:cubicBezTo>
                  <a:lnTo>
                    <a:pt x="795875" y="705769"/>
                  </a:lnTo>
                  <a:cubicBezTo>
                    <a:pt x="795875" y="755292"/>
                    <a:pt x="755729" y="795438"/>
                    <a:pt x="706205" y="795438"/>
                  </a:cubicBezTo>
                  <a:lnTo>
                    <a:pt x="89670" y="795438"/>
                  </a:lnTo>
                  <a:cubicBezTo>
                    <a:pt x="65888" y="795438"/>
                    <a:pt x="43080" y="785991"/>
                    <a:pt x="26264" y="769175"/>
                  </a:cubicBezTo>
                  <a:cubicBezTo>
                    <a:pt x="9447" y="752358"/>
                    <a:pt x="0" y="729550"/>
                    <a:pt x="0" y="705769"/>
                  </a:cubicBezTo>
                  <a:lnTo>
                    <a:pt x="0" y="89670"/>
                  </a:lnTo>
                  <a:cubicBezTo>
                    <a:pt x="0" y="40146"/>
                    <a:pt x="40146" y="0"/>
                    <a:pt x="89670" y="0"/>
                  </a:cubicBezTo>
                  <a:close/>
                </a:path>
              </a:pathLst>
            </a:custGeom>
            <a:gradFill rotWithShape="1">
              <a:gsLst>
                <a:gs pos="0">
                  <a:srgbClr val="426CC2">
                    <a:alpha val="100000"/>
                  </a:srgbClr>
                </a:gs>
                <a:gs pos="100000">
                  <a:srgbClr val="173268">
                    <a:alpha val="100000"/>
                  </a:srgbClr>
                </a:gs>
              </a:gsLst>
              <a:lin ang="5400000"/>
            </a:gradFill>
            <a:ln cap="rnd">
              <a:noFill/>
              <a:prstDash val="solid"/>
              <a:round/>
            </a:ln>
          </p:spPr>
        </p:sp>
        <p:sp>
          <p:nvSpPr>
            <p:cNvPr id="12" name="TextBox 12"/>
            <p:cNvSpPr txBox="1"/>
            <p:nvPr/>
          </p:nvSpPr>
          <p:spPr>
            <a:xfrm>
              <a:off x="0" y="-66675"/>
              <a:ext cx="795875" cy="862113"/>
            </a:xfrm>
            <a:prstGeom prst="rect">
              <a:avLst/>
            </a:prstGeom>
          </p:spPr>
          <p:txBody>
            <a:bodyPr lIns="50800" tIns="50800" rIns="50800" bIns="50800" rtlCol="0" anchor="ctr"/>
            <a:lstStyle/>
            <a:p>
              <a:pPr marL="0" lvl="0" indent="0" algn="ctr">
                <a:lnSpc>
                  <a:spcPts val="2800"/>
                </a:lnSpc>
              </a:pPr>
              <a:endParaRPr/>
            </a:p>
          </p:txBody>
        </p:sp>
      </p:grpSp>
      <p:grpSp>
        <p:nvGrpSpPr>
          <p:cNvPr id="13" name="Group 13"/>
          <p:cNvGrpSpPr/>
          <p:nvPr/>
        </p:nvGrpSpPr>
        <p:grpSpPr>
          <a:xfrm>
            <a:off x="10535901" y="5834745"/>
            <a:ext cx="3021838" cy="3020179"/>
            <a:chOff x="0" y="0"/>
            <a:chExt cx="795875" cy="795438"/>
          </a:xfrm>
        </p:grpSpPr>
        <p:sp>
          <p:nvSpPr>
            <p:cNvPr id="14" name="Freeform 14"/>
            <p:cNvSpPr/>
            <p:nvPr/>
          </p:nvSpPr>
          <p:spPr>
            <a:xfrm>
              <a:off x="0" y="0"/>
              <a:ext cx="795875" cy="795438"/>
            </a:xfrm>
            <a:custGeom>
              <a:avLst/>
              <a:gdLst/>
              <a:ahLst/>
              <a:cxnLst/>
              <a:rect l="l" t="t" r="r" b="b"/>
              <a:pathLst>
                <a:path w="795875" h="795438">
                  <a:moveTo>
                    <a:pt x="89670" y="0"/>
                  </a:moveTo>
                  <a:lnTo>
                    <a:pt x="706205" y="0"/>
                  </a:lnTo>
                  <a:cubicBezTo>
                    <a:pt x="729987" y="0"/>
                    <a:pt x="752795" y="9447"/>
                    <a:pt x="769611" y="26264"/>
                  </a:cubicBezTo>
                  <a:cubicBezTo>
                    <a:pt x="786428" y="43080"/>
                    <a:pt x="795875" y="65888"/>
                    <a:pt x="795875" y="89670"/>
                  </a:cubicBezTo>
                  <a:lnTo>
                    <a:pt x="795875" y="705769"/>
                  </a:lnTo>
                  <a:cubicBezTo>
                    <a:pt x="795875" y="755292"/>
                    <a:pt x="755729" y="795438"/>
                    <a:pt x="706205" y="795438"/>
                  </a:cubicBezTo>
                  <a:lnTo>
                    <a:pt x="89670" y="795438"/>
                  </a:lnTo>
                  <a:cubicBezTo>
                    <a:pt x="65888" y="795438"/>
                    <a:pt x="43080" y="785991"/>
                    <a:pt x="26264" y="769175"/>
                  </a:cubicBezTo>
                  <a:cubicBezTo>
                    <a:pt x="9447" y="752358"/>
                    <a:pt x="0" y="729550"/>
                    <a:pt x="0" y="705769"/>
                  </a:cubicBezTo>
                  <a:lnTo>
                    <a:pt x="0" y="89670"/>
                  </a:lnTo>
                  <a:cubicBezTo>
                    <a:pt x="0" y="40146"/>
                    <a:pt x="40146" y="0"/>
                    <a:pt x="89670" y="0"/>
                  </a:cubicBezTo>
                  <a:close/>
                </a:path>
              </a:pathLst>
            </a:custGeom>
            <a:gradFill rotWithShape="1">
              <a:gsLst>
                <a:gs pos="0">
                  <a:srgbClr val="426CC2">
                    <a:alpha val="100000"/>
                  </a:srgbClr>
                </a:gs>
                <a:gs pos="100000">
                  <a:srgbClr val="173268">
                    <a:alpha val="100000"/>
                  </a:srgbClr>
                </a:gs>
              </a:gsLst>
              <a:lin ang="5400000"/>
            </a:gradFill>
            <a:ln cap="rnd">
              <a:noFill/>
              <a:prstDash val="solid"/>
              <a:round/>
            </a:ln>
          </p:spPr>
        </p:sp>
        <p:sp>
          <p:nvSpPr>
            <p:cNvPr id="15" name="TextBox 15"/>
            <p:cNvSpPr txBox="1"/>
            <p:nvPr/>
          </p:nvSpPr>
          <p:spPr>
            <a:xfrm>
              <a:off x="0" y="-66675"/>
              <a:ext cx="795875" cy="862113"/>
            </a:xfrm>
            <a:prstGeom prst="rect">
              <a:avLst/>
            </a:prstGeom>
          </p:spPr>
          <p:txBody>
            <a:bodyPr lIns="50800" tIns="50800" rIns="50800" bIns="50800" rtlCol="0" anchor="ctr"/>
            <a:lstStyle/>
            <a:p>
              <a:pPr marL="0" lvl="0" indent="0" algn="ctr">
                <a:lnSpc>
                  <a:spcPts val="2800"/>
                </a:lnSpc>
              </a:pPr>
              <a:endParaRPr/>
            </a:p>
          </p:txBody>
        </p:sp>
      </p:grpSp>
      <p:grpSp>
        <p:nvGrpSpPr>
          <p:cNvPr id="16" name="Group 16"/>
          <p:cNvGrpSpPr/>
          <p:nvPr/>
        </p:nvGrpSpPr>
        <p:grpSpPr>
          <a:xfrm>
            <a:off x="13897600" y="5834745"/>
            <a:ext cx="3021838" cy="3020179"/>
            <a:chOff x="0" y="0"/>
            <a:chExt cx="795875" cy="795438"/>
          </a:xfrm>
        </p:grpSpPr>
        <p:sp>
          <p:nvSpPr>
            <p:cNvPr id="17" name="Freeform 17"/>
            <p:cNvSpPr/>
            <p:nvPr/>
          </p:nvSpPr>
          <p:spPr>
            <a:xfrm>
              <a:off x="0" y="0"/>
              <a:ext cx="795875" cy="795438"/>
            </a:xfrm>
            <a:custGeom>
              <a:avLst/>
              <a:gdLst/>
              <a:ahLst/>
              <a:cxnLst/>
              <a:rect l="l" t="t" r="r" b="b"/>
              <a:pathLst>
                <a:path w="795875" h="795438">
                  <a:moveTo>
                    <a:pt x="89670" y="0"/>
                  </a:moveTo>
                  <a:lnTo>
                    <a:pt x="706205" y="0"/>
                  </a:lnTo>
                  <a:cubicBezTo>
                    <a:pt x="729987" y="0"/>
                    <a:pt x="752795" y="9447"/>
                    <a:pt x="769611" y="26264"/>
                  </a:cubicBezTo>
                  <a:cubicBezTo>
                    <a:pt x="786428" y="43080"/>
                    <a:pt x="795875" y="65888"/>
                    <a:pt x="795875" y="89670"/>
                  </a:cubicBezTo>
                  <a:lnTo>
                    <a:pt x="795875" y="705769"/>
                  </a:lnTo>
                  <a:cubicBezTo>
                    <a:pt x="795875" y="755292"/>
                    <a:pt x="755729" y="795438"/>
                    <a:pt x="706205" y="795438"/>
                  </a:cubicBezTo>
                  <a:lnTo>
                    <a:pt x="89670" y="795438"/>
                  </a:lnTo>
                  <a:cubicBezTo>
                    <a:pt x="65888" y="795438"/>
                    <a:pt x="43080" y="785991"/>
                    <a:pt x="26264" y="769175"/>
                  </a:cubicBezTo>
                  <a:cubicBezTo>
                    <a:pt x="9447" y="752358"/>
                    <a:pt x="0" y="729550"/>
                    <a:pt x="0" y="705769"/>
                  </a:cubicBezTo>
                  <a:lnTo>
                    <a:pt x="0" y="89670"/>
                  </a:lnTo>
                  <a:cubicBezTo>
                    <a:pt x="0" y="40146"/>
                    <a:pt x="40146" y="0"/>
                    <a:pt x="89670" y="0"/>
                  </a:cubicBezTo>
                  <a:close/>
                </a:path>
              </a:pathLst>
            </a:custGeom>
            <a:solidFill>
              <a:srgbClr val="A159B8"/>
            </a:solidFill>
            <a:ln cap="rnd">
              <a:noFill/>
              <a:prstDash val="solid"/>
              <a:round/>
            </a:ln>
          </p:spPr>
        </p:sp>
        <p:sp>
          <p:nvSpPr>
            <p:cNvPr id="18" name="TextBox 18"/>
            <p:cNvSpPr txBox="1"/>
            <p:nvPr/>
          </p:nvSpPr>
          <p:spPr>
            <a:xfrm>
              <a:off x="0" y="-66675"/>
              <a:ext cx="795875" cy="862113"/>
            </a:xfrm>
            <a:prstGeom prst="rect">
              <a:avLst/>
            </a:prstGeom>
          </p:spPr>
          <p:txBody>
            <a:bodyPr lIns="50800" tIns="50800" rIns="50800" bIns="50800" rtlCol="0" anchor="ctr"/>
            <a:lstStyle/>
            <a:p>
              <a:pPr marL="0" lvl="0" indent="0" algn="ctr">
                <a:lnSpc>
                  <a:spcPts val="2800"/>
                </a:lnSpc>
              </a:pPr>
              <a:endParaRPr/>
            </a:p>
          </p:txBody>
        </p:sp>
      </p:grpSp>
      <p:grpSp>
        <p:nvGrpSpPr>
          <p:cNvPr id="19" name="Group 19"/>
          <p:cNvGrpSpPr/>
          <p:nvPr/>
        </p:nvGrpSpPr>
        <p:grpSpPr>
          <a:xfrm>
            <a:off x="1300307" y="6737805"/>
            <a:ext cx="7843693" cy="2061554"/>
            <a:chOff x="0" y="0"/>
            <a:chExt cx="2065829" cy="542961"/>
          </a:xfrm>
        </p:grpSpPr>
        <p:sp>
          <p:nvSpPr>
            <p:cNvPr id="20" name="Freeform 20"/>
            <p:cNvSpPr/>
            <p:nvPr/>
          </p:nvSpPr>
          <p:spPr>
            <a:xfrm>
              <a:off x="0" y="0"/>
              <a:ext cx="2065829" cy="542961"/>
            </a:xfrm>
            <a:custGeom>
              <a:avLst/>
              <a:gdLst/>
              <a:ahLst/>
              <a:cxnLst/>
              <a:rect l="l" t="t" r="r" b="b"/>
              <a:pathLst>
                <a:path w="2065829" h="542961">
                  <a:moveTo>
                    <a:pt x="39481" y="0"/>
                  </a:moveTo>
                  <a:lnTo>
                    <a:pt x="2026348" y="0"/>
                  </a:lnTo>
                  <a:cubicBezTo>
                    <a:pt x="2048152" y="0"/>
                    <a:pt x="2065829" y="17676"/>
                    <a:pt x="2065829" y="39481"/>
                  </a:cubicBezTo>
                  <a:lnTo>
                    <a:pt x="2065829" y="503480"/>
                  </a:lnTo>
                  <a:cubicBezTo>
                    <a:pt x="2065829" y="513951"/>
                    <a:pt x="2061669" y="523993"/>
                    <a:pt x="2054265" y="531397"/>
                  </a:cubicBezTo>
                  <a:cubicBezTo>
                    <a:pt x="2046861" y="538801"/>
                    <a:pt x="2036819" y="542961"/>
                    <a:pt x="2026348" y="542961"/>
                  </a:cubicBezTo>
                  <a:lnTo>
                    <a:pt x="39481" y="542961"/>
                  </a:lnTo>
                  <a:cubicBezTo>
                    <a:pt x="17676" y="542961"/>
                    <a:pt x="0" y="525284"/>
                    <a:pt x="0" y="503480"/>
                  </a:cubicBezTo>
                  <a:lnTo>
                    <a:pt x="0" y="39481"/>
                  </a:lnTo>
                  <a:cubicBezTo>
                    <a:pt x="0" y="17676"/>
                    <a:pt x="17676" y="0"/>
                    <a:pt x="39481" y="0"/>
                  </a:cubicBezTo>
                  <a:close/>
                </a:path>
              </a:pathLst>
            </a:custGeom>
            <a:gradFill rotWithShape="1">
              <a:gsLst>
                <a:gs pos="0">
                  <a:srgbClr val="F9F5ED">
                    <a:alpha val="100000"/>
                  </a:srgbClr>
                </a:gs>
                <a:gs pos="100000">
                  <a:srgbClr val="FAF6EE">
                    <a:alpha val="0"/>
                  </a:srgbClr>
                </a:gs>
              </a:gsLst>
              <a:lin ang="5400000"/>
            </a:gradFill>
          </p:spPr>
        </p:sp>
        <p:sp>
          <p:nvSpPr>
            <p:cNvPr id="21" name="TextBox 21"/>
            <p:cNvSpPr txBox="1"/>
            <p:nvPr/>
          </p:nvSpPr>
          <p:spPr>
            <a:xfrm>
              <a:off x="0" y="-66675"/>
              <a:ext cx="2065829" cy="609636"/>
            </a:xfrm>
            <a:prstGeom prst="rect">
              <a:avLst/>
            </a:prstGeom>
          </p:spPr>
          <p:txBody>
            <a:bodyPr lIns="50800" tIns="50800" rIns="50800" bIns="50800" rtlCol="0" anchor="ctr"/>
            <a:lstStyle/>
            <a:p>
              <a:pPr marL="0" lvl="0" indent="0" algn="ctr">
                <a:lnSpc>
                  <a:spcPts val="2800"/>
                </a:lnSpc>
              </a:pPr>
              <a:endParaRPr/>
            </a:p>
          </p:txBody>
        </p:sp>
      </p:grpSp>
      <p:sp>
        <p:nvSpPr>
          <p:cNvPr id="22" name="Freeform 22"/>
          <p:cNvSpPr/>
          <p:nvPr/>
        </p:nvSpPr>
        <p:spPr>
          <a:xfrm>
            <a:off x="11195574" y="2726680"/>
            <a:ext cx="1544425" cy="1457551"/>
          </a:xfrm>
          <a:custGeom>
            <a:avLst/>
            <a:gdLst/>
            <a:ahLst/>
            <a:cxnLst/>
            <a:rect l="l" t="t" r="r" b="b"/>
            <a:pathLst>
              <a:path w="1544425" h="1457551">
                <a:moveTo>
                  <a:pt x="0" y="0"/>
                </a:moveTo>
                <a:lnTo>
                  <a:pt x="1544425" y="0"/>
                </a:lnTo>
                <a:lnTo>
                  <a:pt x="1544425" y="1457551"/>
                </a:lnTo>
                <a:lnTo>
                  <a:pt x="0" y="1457551"/>
                </a:lnTo>
                <a:lnTo>
                  <a:pt x="0" y="0"/>
                </a:lnTo>
                <a:close/>
              </a:path>
            </a:pathLst>
          </a:custGeom>
          <a:blipFill>
            <a:blip r:embed="rId4"/>
            <a:stretch>
              <a:fillRect/>
            </a:stretch>
          </a:blipFill>
        </p:spPr>
      </p:sp>
      <p:sp>
        <p:nvSpPr>
          <p:cNvPr id="23" name="Freeform 23"/>
          <p:cNvSpPr/>
          <p:nvPr/>
        </p:nvSpPr>
        <p:spPr>
          <a:xfrm>
            <a:off x="14746446" y="2836258"/>
            <a:ext cx="1335264" cy="1332993"/>
          </a:xfrm>
          <a:custGeom>
            <a:avLst/>
            <a:gdLst/>
            <a:ahLst/>
            <a:cxnLst/>
            <a:rect l="l" t="t" r="r" b="b"/>
            <a:pathLst>
              <a:path w="1335264" h="1332993">
                <a:moveTo>
                  <a:pt x="0" y="0"/>
                </a:moveTo>
                <a:lnTo>
                  <a:pt x="1335264" y="0"/>
                </a:lnTo>
                <a:lnTo>
                  <a:pt x="1335264" y="1332993"/>
                </a:lnTo>
                <a:lnTo>
                  <a:pt x="0" y="1332993"/>
                </a:lnTo>
                <a:lnTo>
                  <a:pt x="0" y="0"/>
                </a:lnTo>
                <a:close/>
              </a:path>
            </a:pathLst>
          </a:custGeom>
          <a:blipFill>
            <a:blip r:embed="rId5"/>
            <a:stretch>
              <a:fillRect/>
            </a:stretch>
          </a:blipFill>
        </p:spPr>
      </p:sp>
      <p:sp>
        <p:nvSpPr>
          <p:cNvPr id="24" name="Freeform 24"/>
          <p:cNvSpPr/>
          <p:nvPr/>
        </p:nvSpPr>
        <p:spPr>
          <a:xfrm>
            <a:off x="11427339" y="6205091"/>
            <a:ext cx="1340770" cy="1702082"/>
          </a:xfrm>
          <a:custGeom>
            <a:avLst/>
            <a:gdLst/>
            <a:ahLst/>
            <a:cxnLst/>
            <a:rect l="l" t="t" r="r" b="b"/>
            <a:pathLst>
              <a:path w="1340770" h="1702082">
                <a:moveTo>
                  <a:pt x="0" y="0"/>
                </a:moveTo>
                <a:lnTo>
                  <a:pt x="1340771" y="0"/>
                </a:lnTo>
                <a:lnTo>
                  <a:pt x="1340771" y="1702082"/>
                </a:lnTo>
                <a:lnTo>
                  <a:pt x="0" y="1702082"/>
                </a:lnTo>
                <a:lnTo>
                  <a:pt x="0" y="0"/>
                </a:lnTo>
                <a:close/>
              </a:path>
            </a:pathLst>
          </a:custGeom>
          <a:blipFill>
            <a:blip r:embed="rId6"/>
            <a:stretch>
              <a:fillRect/>
            </a:stretch>
          </a:blipFill>
        </p:spPr>
      </p:sp>
      <p:sp>
        <p:nvSpPr>
          <p:cNvPr id="25" name="Freeform 25"/>
          <p:cNvSpPr/>
          <p:nvPr/>
        </p:nvSpPr>
        <p:spPr>
          <a:xfrm>
            <a:off x="14592391" y="6361032"/>
            <a:ext cx="1577289" cy="1151253"/>
          </a:xfrm>
          <a:custGeom>
            <a:avLst/>
            <a:gdLst/>
            <a:ahLst/>
            <a:cxnLst/>
            <a:rect l="l" t="t" r="r" b="b"/>
            <a:pathLst>
              <a:path w="1577289" h="1151253">
                <a:moveTo>
                  <a:pt x="0" y="0"/>
                </a:moveTo>
                <a:lnTo>
                  <a:pt x="1577289" y="0"/>
                </a:lnTo>
                <a:lnTo>
                  <a:pt x="1577289" y="1151254"/>
                </a:lnTo>
                <a:lnTo>
                  <a:pt x="0" y="1151254"/>
                </a:lnTo>
                <a:lnTo>
                  <a:pt x="0" y="0"/>
                </a:lnTo>
                <a:close/>
              </a:path>
            </a:pathLst>
          </a:custGeom>
          <a:blipFill>
            <a:blip r:embed="rId7"/>
            <a:stretch>
              <a:fillRect/>
            </a:stretch>
          </a:blipFill>
        </p:spPr>
      </p:sp>
      <p:sp>
        <p:nvSpPr>
          <p:cNvPr id="31" name="TextBox 31"/>
          <p:cNvSpPr txBox="1"/>
          <p:nvPr/>
        </p:nvSpPr>
        <p:spPr>
          <a:xfrm>
            <a:off x="1758542" y="2340429"/>
            <a:ext cx="6140624" cy="1436370"/>
          </a:xfrm>
          <a:prstGeom prst="rect">
            <a:avLst/>
          </a:prstGeom>
        </p:spPr>
        <p:txBody>
          <a:bodyPr lIns="0" tIns="0" rIns="0" bIns="0" rtlCol="0" anchor="t">
            <a:spAutoFit/>
          </a:bodyPr>
          <a:lstStyle/>
          <a:p>
            <a:pPr marL="0" lvl="0" indent="0" algn="l">
              <a:lnSpc>
                <a:spcPts val="11130"/>
              </a:lnSpc>
              <a:spcBef>
                <a:spcPct val="0"/>
              </a:spcBef>
            </a:pPr>
            <a:r>
              <a:rPr lang="en-US" sz="7950" b="1">
                <a:gradFill>
                  <a:gsLst>
                    <a:gs pos="0">
                      <a:srgbClr val="426CC2">
                        <a:alpha val="100000"/>
                      </a:srgbClr>
                    </a:gs>
                    <a:gs pos="100000">
                      <a:srgbClr val="173268">
                        <a:alpha val="100000"/>
                      </a:srgbClr>
                    </a:gs>
                  </a:gsLst>
                  <a:lin ang="5400000"/>
                </a:gradFill>
                <a:latin typeface="Poppins Bold"/>
                <a:ea typeface="Poppins Bold"/>
                <a:cs typeface="Poppins Bold"/>
                <a:sym typeface="Poppins Bold"/>
              </a:rPr>
              <a:t>Technology</a:t>
            </a:r>
          </a:p>
        </p:txBody>
      </p:sp>
      <p:sp>
        <p:nvSpPr>
          <p:cNvPr id="32" name="TextBox 32"/>
          <p:cNvSpPr txBox="1"/>
          <p:nvPr/>
        </p:nvSpPr>
        <p:spPr>
          <a:xfrm>
            <a:off x="1758542" y="3800929"/>
            <a:ext cx="6140624" cy="1803580"/>
          </a:xfrm>
          <a:prstGeom prst="rect">
            <a:avLst/>
          </a:prstGeom>
        </p:spPr>
        <p:txBody>
          <a:bodyPr lIns="0" tIns="0" rIns="0" bIns="0" rtlCol="0" anchor="t">
            <a:spAutoFit/>
          </a:bodyPr>
          <a:lstStyle/>
          <a:p>
            <a:pPr marL="0" lvl="0" indent="0" algn="l">
              <a:lnSpc>
                <a:spcPts val="13990"/>
              </a:lnSpc>
              <a:spcBef>
                <a:spcPct val="0"/>
              </a:spcBef>
            </a:pPr>
            <a:r>
              <a:rPr lang="en-US" sz="9992">
                <a:gradFill>
                  <a:gsLst>
                    <a:gs pos="0">
                      <a:srgbClr val="713784">
                        <a:alpha val="100000"/>
                      </a:srgbClr>
                    </a:gs>
                    <a:gs pos="100000">
                      <a:srgbClr val="A159B8">
                        <a:alpha val="100000"/>
                      </a:srgbClr>
                    </a:gs>
                  </a:gsLst>
                  <a:lin ang="5400000"/>
                </a:gradFill>
                <a:latin typeface="Poppins"/>
                <a:ea typeface="Poppins"/>
                <a:cs typeface="Poppins"/>
                <a:sym typeface="Poppins"/>
              </a:rPr>
              <a:t>Stack</a:t>
            </a:r>
          </a:p>
        </p:txBody>
      </p:sp>
      <p:sp>
        <p:nvSpPr>
          <p:cNvPr id="33" name="TextBox 33"/>
          <p:cNvSpPr txBox="1"/>
          <p:nvPr/>
        </p:nvSpPr>
        <p:spPr>
          <a:xfrm>
            <a:off x="11305489" y="4300797"/>
            <a:ext cx="1482662" cy="358811"/>
          </a:xfrm>
          <a:prstGeom prst="rect">
            <a:avLst/>
          </a:prstGeom>
        </p:spPr>
        <p:txBody>
          <a:bodyPr lIns="0" tIns="0" rIns="0" bIns="0" rtlCol="0" anchor="t">
            <a:spAutoFit/>
          </a:bodyPr>
          <a:lstStyle/>
          <a:p>
            <a:pPr marL="0" lvl="0" indent="0" algn="ctr">
              <a:lnSpc>
                <a:spcPts val="2798"/>
              </a:lnSpc>
              <a:spcBef>
                <a:spcPct val="0"/>
              </a:spcBef>
            </a:pPr>
            <a:r>
              <a:rPr lang="en-US" sz="1998" b="1">
                <a:solidFill>
                  <a:srgbClr val="FFFFFF"/>
                </a:solidFill>
                <a:latin typeface="Poppins Bold"/>
                <a:ea typeface="Poppins Bold"/>
                <a:cs typeface="Poppins Bold"/>
                <a:sym typeface="Poppins Bold"/>
              </a:rPr>
              <a:t>Frontend</a:t>
            </a:r>
          </a:p>
        </p:txBody>
      </p:sp>
      <p:sp>
        <p:nvSpPr>
          <p:cNvPr id="34" name="TextBox 34"/>
          <p:cNvSpPr txBox="1"/>
          <p:nvPr/>
        </p:nvSpPr>
        <p:spPr>
          <a:xfrm>
            <a:off x="14603511" y="4300797"/>
            <a:ext cx="1610017" cy="358811"/>
          </a:xfrm>
          <a:prstGeom prst="rect">
            <a:avLst/>
          </a:prstGeom>
        </p:spPr>
        <p:txBody>
          <a:bodyPr lIns="0" tIns="0" rIns="0" bIns="0" rtlCol="0" anchor="t">
            <a:spAutoFit/>
          </a:bodyPr>
          <a:lstStyle/>
          <a:p>
            <a:pPr marL="0" lvl="0" indent="0" algn="ctr">
              <a:lnSpc>
                <a:spcPts val="2798"/>
              </a:lnSpc>
            </a:pPr>
            <a:r>
              <a:rPr lang="en-US" sz="1998" b="1">
                <a:solidFill>
                  <a:srgbClr val="FFFFFF"/>
                </a:solidFill>
                <a:latin typeface="Poppins Bold"/>
                <a:ea typeface="Poppins Bold"/>
                <a:cs typeface="Poppins Bold"/>
                <a:sym typeface="Poppins Bold"/>
              </a:rPr>
              <a:t>Backend</a:t>
            </a:r>
          </a:p>
        </p:txBody>
      </p:sp>
      <p:sp>
        <p:nvSpPr>
          <p:cNvPr id="35" name="TextBox 35"/>
          <p:cNvSpPr txBox="1"/>
          <p:nvPr/>
        </p:nvSpPr>
        <p:spPr>
          <a:xfrm>
            <a:off x="11046377" y="7781806"/>
            <a:ext cx="2000885" cy="358811"/>
          </a:xfrm>
          <a:prstGeom prst="rect">
            <a:avLst/>
          </a:prstGeom>
        </p:spPr>
        <p:txBody>
          <a:bodyPr lIns="0" tIns="0" rIns="0" bIns="0" rtlCol="0" anchor="t">
            <a:spAutoFit/>
          </a:bodyPr>
          <a:lstStyle/>
          <a:p>
            <a:pPr marL="0" lvl="0" indent="0" algn="ctr">
              <a:lnSpc>
                <a:spcPts val="2798"/>
              </a:lnSpc>
            </a:pPr>
            <a:r>
              <a:rPr lang="en-US" sz="1998" b="1">
                <a:solidFill>
                  <a:srgbClr val="FFFFFF"/>
                </a:solidFill>
                <a:latin typeface="Poppins Bold"/>
                <a:ea typeface="Poppins Bold"/>
                <a:cs typeface="Poppins Bold"/>
                <a:sym typeface="Poppins Bold"/>
              </a:rPr>
              <a:t>Database</a:t>
            </a:r>
          </a:p>
        </p:txBody>
      </p:sp>
      <p:sp>
        <p:nvSpPr>
          <p:cNvPr id="36" name="TextBox 36"/>
          <p:cNvSpPr txBox="1"/>
          <p:nvPr/>
        </p:nvSpPr>
        <p:spPr>
          <a:xfrm>
            <a:off x="14408077" y="7781806"/>
            <a:ext cx="2000885" cy="358811"/>
          </a:xfrm>
          <a:prstGeom prst="rect">
            <a:avLst/>
          </a:prstGeom>
        </p:spPr>
        <p:txBody>
          <a:bodyPr lIns="0" tIns="0" rIns="0" bIns="0" rtlCol="0" anchor="t">
            <a:spAutoFit/>
          </a:bodyPr>
          <a:lstStyle/>
          <a:p>
            <a:pPr marL="0" lvl="0" indent="0" algn="ctr">
              <a:lnSpc>
                <a:spcPts val="2798"/>
              </a:lnSpc>
              <a:spcBef>
                <a:spcPct val="0"/>
              </a:spcBef>
            </a:pPr>
            <a:r>
              <a:rPr lang="en-US" sz="1998" b="1">
                <a:solidFill>
                  <a:srgbClr val="FFFFFF"/>
                </a:solidFill>
                <a:latin typeface="Poppins Bold"/>
                <a:ea typeface="Poppins Bold"/>
                <a:cs typeface="Poppins Bold"/>
                <a:sym typeface="Poppins Bold"/>
              </a:rPr>
              <a:t>Visualization</a:t>
            </a:r>
          </a:p>
        </p:txBody>
      </p:sp>
      <p:sp>
        <p:nvSpPr>
          <p:cNvPr id="37" name="TextBox 37"/>
          <p:cNvSpPr txBox="1"/>
          <p:nvPr/>
        </p:nvSpPr>
        <p:spPr>
          <a:xfrm>
            <a:off x="1848978" y="7188827"/>
            <a:ext cx="6358761" cy="1111913"/>
          </a:xfrm>
          <a:prstGeom prst="rect">
            <a:avLst/>
          </a:prstGeom>
        </p:spPr>
        <p:txBody>
          <a:bodyPr lIns="0" tIns="0" rIns="0" bIns="0" rtlCol="0" anchor="t">
            <a:spAutoFit/>
          </a:bodyPr>
          <a:lstStyle/>
          <a:p>
            <a:pPr marL="0" lvl="0" indent="0" algn="l">
              <a:lnSpc>
                <a:spcPts val="2238"/>
              </a:lnSpc>
              <a:spcBef>
                <a:spcPct val="0"/>
              </a:spcBef>
            </a:pPr>
            <a:r>
              <a:rPr lang="en-US" sz="1598">
                <a:solidFill>
                  <a:srgbClr val="3B3B3B"/>
                </a:solidFill>
                <a:latin typeface="Poppins"/>
                <a:ea typeface="Poppins"/>
                <a:cs typeface="Poppins"/>
                <a:sym typeface="Poppins"/>
              </a:rPr>
              <a:t>Development Tools:</a:t>
            </a:r>
          </a:p>
          <a:p>
            <a:pPr marL="0" lvl="0" indent="0" algn="l">
              <a:lnSpc>
                <a:spcPts val="2238"/>
              </a:lnSpc>
              <a:spcBef>
                <a:spcPct val="0"/>
              </a:spcBef>
            </a:pPr>
            <a:r>
              <a:rPr lang="en-US" sz="1598">
                <a:solidFill>
                  <a:srgbClr val="3B3B3B"/>
                </a:solidFill>
                <a:latin typeface="Poppins"/>
                <a:ea typeface="Poppins"/>
                <a:cs typeface="Poppins"/>
                <a:sym typeface="Poppins"/>
              </a:rPr>
              <a:t>Visual Studio Code — primary IDE for coding and debugging.</a:t>
            </a:r>
          </a:p>
          <a:p>
            <a:pPr marL="0" lvl="0" indent="0" algn="l">
              <a:lnSpc>
                <a:spcPts val="2238"/>
              </a:lnSpc>
              <a:spcBef>
                <a:spcPct val="0"/>
              </a:spcBef>
            </a:pPr>
            <a:r>
              <a:rPr lang="en-US" sz="1598">
                <a:solidFill>
                  <a:srgbClr val="3B3B3B"/>
                </a:solidFill>
                <a:latin typeface="Poppins"/>
                <a:ea typeface="Poppins"/>
                <a:cs typeface="Poppins"/>
                <a:sym typeface="Poppins"/>
              </a:rPr>
              <a:t>GitHub — version control and collaborative development.</a:t>
            </a:r>
          </a:p>
          <a:p>
            <a:pPr marL="0" lvl="0" indent="0" algn="l">
              <a:lnSpc>
                <a:spcPts val="2238"/>
              </a:lnSpc>
              <a:spcBef>
                <a:spcPct val="0"/>
              </a:spcBef>
            </a:pPr>
            <a:r>
              <a:rPr lang="en-US" sz="1598">
                <a:solidFill>
                  <a:srgbClr val="3B3B3B"/>
                </a:solidFill>
                <a:latin typeface="Poppins"/>
                <a:ea typeface="Poppins"/>
                <a:cs typeface="Poppins"/>
                <a:sym typeface="Poppins"/>
              </a:rPr>
              <a:t>Matplotlib — data visualization and chart generation library.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4ED"/>
        </a:solidFill>
        <a:effectLst/>
      </p:bgPr>
    </p:bg>
    <p:spTree>
      <p:nvGrpSpPr>
        <p:cNvPr id="1" name=""/>
        <p:cNvGrpSpPr/>
        <p:nvPr/>
      </p:nvGrpSpPr>
      <p:grpSpPr>
        <a:xfrm>
          <a:off x="0" y="0"/>
          <a:ext cx="0" cy="0"/>
          <a:chOff x="0" y="0"/>
          <a:chExt cx="0" cy="0"/>
        </a:xfrm>
      </p:grpSpPr>
      <p:sp>
        <p:nvSpPr>
          <p:cNvPr id="2" name="Freeform 2"/>
          <p:cNvSpPr/>
          <p:nvPr/>
        </p:nvSpPr>
        <p:spPr>
          <a:xfrm>
            <a:off x="3548742" y="-4938427"/>
            <a:ext cx="9571192" cy="11129293"/>
          </a:xfrm>
          <a:custGeom>
            <a:avLst/>
            <a:gdLst/>
            <a:ahLst/>
            <a:cxnLst/>
            <a:rect l="l" t="t" r="r" b="b"/>
            <a:pathLst>
              <a:path w="9571192" h="11129293">
                <a:moveTo>
                  <a:pt x="0" y="0"/>
                </a:moveTo>
                <a:lnTo>
                  <a:pt x="9571192" y="0"/>
                </a:lnTo>
                <a:lnTo>
                  <a:pt x="9571192" y="11129292"/>
                </a:lnTo>
                <a:lnTo>
                  <a:pt x="0" y="11129292"/>
                </a:lnTo>
                <a:lnTo>
                  <a:pt x="0" y="0"/>
                </a:lnTo>
                <a:close/>
              </a:path>
            </a:pathLst>
          </a:custGeom>
          <a:blipFill>
            <a:blip r:embed="rId2"/>
            <a:stretch>
              <a:fillRect/>
            </a:stretch>
          </a:blipFill>
        </p:spPr>
      </p:sp>
      <p:grpSp>
        <p:nvGrpSpPr>
          <p:cNvPr id="3" name="Group 3"/>
          <p:cNvGrpSpPr/>
          <p:nvPr/>
        </p:nvGrpSpPr>
        <p:grpSpPr>
          <a:xfrm>
            <a:off x="599183" y="626219"/>
            <a:ext cx="17089633" cy="804962"/>
            <a:chOff x="0" y="0"/>
            <a:chExt cx="8628016" cy="406400"/>
          </a:xfrm>
        </p:grpSpPr>
        <p:sp>
          <p:nvSpPr>
            <p:cNvPr id="4" name="Freeform 4"/>
            <p:cNvSpPr/>
            <p:nvPr/>
          </p:nvSpPr>
          <p:spPr>
            <a:xfrm>
              <a:off x="0" y="0"/>
              <a:ext cx="8628016" cy="406400"/>
            </a:xfrm>
            <a:custGeom>
              <a:avLst/>
              <a:gdLst/>
              <a:ahLst/>
              <a:cxnLst/>
              <a:rect l="l" t="t" r="r" b="b"/>
              <a:pathLst>
                <a:path w="8628016" h="406400">
                  <a:moveTo>
                    <a:pt x="8424816" y="0"/>
                  </a:moveTo>
                  <a:cubicBezTo>
                    <a:pt x="8537040" y="0"/>
                    <a:pt x="8628016" y="90976"/>
                    <a:pt x="8628016" y="203200"/>
                  </a:cubicBezTo>
                  <a:cubicBezTo>
                    <a:pt x="8628016" y="315424"/>
                    <a:pt x="8537040" y="406400"/>
                    <a:pt x="8424816" y="406400"/>
                  </a:cubicBezTo>
                  <a:lnTo>
                    <a:pt x="203200" y="406400"/>
                  </a:lnTo>
                  <a:cubicBezTo>
                    <a:pt x="90976" y="406400"/>
                    <a:pt x="0" y="315424"/>
                    <a:pt x="0" y="203200"/>
                  </a:cubicBezTo>
                  <a:cubicBezTo>
                    <a:pt x="0" y="90976"/>
                    <a:pt x="90976" y="0"/>
                    <a:pt x="203200" y="0"/>
                  </a:cubicBezTo>
                  <a:close/>
                </a:path>
              </a:pathLst>
            </a:custGeom>
            <a:gradFill rotWithShape="1">
              <a:gsLst>
                <a:gs pos="0">
                  <a:srgbClr val="EFEFEF">
                    <a:alpha val="0"/>
                  </a:srgbClr>
                </a:gs>
                <a:gs pos="100000">
                  <a:srgbClr val="EFEFEF">
                    <a:alpha val="100000"/>
                  </a:srgbClr>
                </a:gs>
              </a:gsLst>
              <a:lin ang="5400000"/>
            </a:gradFill>
            <a:ln cap="sq">
              <a:noFill/>
              <a:prstDash val="solid"/>
              <a:miter/>
            </a:ln>
          </p:spPr>
        </p:sp>
        <p:sp>
          <p:nvSpPr>
            <p:cNvPr id="5" name="TextBox 5"/>
            <p:cNvSpPr txBox="1"/>
            <p:nvPr/>
          </p:nvSpPr>
          <p:spPr>
            <a:xfrm>
              <a:off x="0" y="-66675"/>
              <a:ext cx="8628016" cy="473075"/>
            </a:xfrm>
            <a:prstGeom prst="rect">
              <a:avLst/>
            </a:prstGeom>
          </p:spPr>
          <p:txBody>
            <a:bodyPr lIns="50800" tIns="50800" rIns="50800" bIns="50800" rtlCol="0" anchor="ctr"/>
            <a:lstStyle/>
            <a:p>
              <a:pPr marL="0" lvl="0" indent="0" algn="ctr">
                <a:lnSpc>
                  <a:spcPts val="2800"/>
                </a:lnSpc>
              </a:pPr>
              <a:endParaRPr/>
            </a:p>
          </p:txBody>
        </p:sp>
      </p:grpSp>
      <p:sp>
        <p:nvSpPr>
          <p:cNvPr id="6" name="Freeform 6"/>
          <p:cNvSpPr/>
          <p:nvPr/>
        </p:nvSpPr>
        <p:spPr>
          <a:xfrm>
            <a:off x="1028700" y="771584"/>
            <a:ext cx="543215" cy="543215"/>
          </a:xfrm>
          <a:custGeom>
            <a:avLst/>
            <a:gdLst/>
            <a:ahLst/>
            <a:cxnLst/>
            <a:rect l="l" t="t" r="r" b="b"/>
            <a:pathLst>
              <a:path w="543215" h="543215">
                <a:moveTo>
                  <a:pt x="0" y="0"/>
                </a:moveTo>
                <a:lnTo>
                  <a:pt x="543215" y="0"/>
                </a:lnTo>
                <a:lnTo>
                  <a:pt x="543215" y="543215"/>
                </a:lnTo>
                <a:lnTo>
                  <a:pt x="0" y="543215"/>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nvGrpSpPr>
          <p:cNvPr id="7" name="Group 7"/>
          <p:cNvGrpSpPr/>
          <p:nvPr/>
        </p:nvGrpSpPr>
        <p:grpSpPr>
          <a:xfrm>
            <a:off x="1308740" y="6571402"/>
            <a:ext cx="1867931" cy="1763459"/>
            <a:chOff x="0" y="0"/>
            <a:chExt cx="491965" cy="464450"/>
          </a:xfrm>
        </p:grpSpPr>
        <p:sp>
          <p:nvSpPr>
            <p:cNvPr id="8" name="Freeform 8"/>
            <p:cNvSpPr/>
            <p:nvPr/>
          </p:nvSpPr>
          <p:spPr>
            <a:xfrm>
              <a:off x="0" y="0"/>
              <a:ext cx="491965" cy="464450"/>
            </a:xfrm>
            <a:custGeom>
              <a:avLst/>
              <a:gdLst/>
              <a:ahLst/>
              <a:cxnLst/>
              <a:rect l="l" t="t" r="r" b="b"/>
              <a:pathLst>
                <a:path w="491965" h="464450">
                  <a:moveTo>
                    <a:pt x="165786" y="0"/>
                  </a:moveTo>
                  <a:lnTo>
                    <a:pt x="326179" y="0"/>
                  </a:lnTo>
                  <a:cubicBezTo>
                    <a:pt x="417740" y="0"/>
                    <a:pt x="491965" y="74225"/>
                    <a:pt x="491965" y="165786"/>
                  </a:cubicBezTo>
                  <a:lnTo>
                    <a:pt x="491965" y="298664"/>
                  </a:lnTo>
                  <a:cubicBezTo>
                    <a:pt x="491965" y="342633"/>
                    <a:pt x="474499" y="384802"/>
                    <a:pt x="443408" y="415892"/>
                  </a:cubicBezTo>
                  <a:cubicBezTo>
                    <a:pt x="412317" y="446983"/>
                    <a:pt x="370148" y="464450"/>
                    <a:pt x="326179" y="464450"/>
                  </a:cubicBezTo>
                  <a:lnTo>
                    <a:pt x="165786" y="464450"/>
                  </a:lnTo>
                  <a:cubicBezTo>
                    <a:pt x="74225" y="464450"/>
                    <a:pt x="0" y="390225"/>
                    <a:pt x="0" y="298664"/>
                  </a:cubicBezTo>
                  <a:lnTo>
                    <a:pt x="0" y="165786"/>
                  </a:lnTo>
                  <a:cubicBezTo>
                    <a:pt x="0" y="74225"/>
                    <a:pt x="74225" y="0"/>
                    <a:pt x="165786" y="0"/>
                  </a:cubicBezTo>
                  <a:close/>
                </a:path>
              </a:pathLst>
            </a:custGeom>
            <a:solidFill>
              <a:srgbClr val="A159B8"/>
            </a:solidFill>
            <a:ln cap="rnd">
              <a:noFill/>
              <a:prstDash val="solid"/>
              <a:round/>
            </a:ln>
          </p:spPr>
        </p:sp>
        <p:sp>
          <p:nvSpPr>
            <p:cNvPr id="9" name="TextBox 9"/>
            <p:cNvSpPr txBox="1"/>
            <p:nvPr/>
          </p:nvSpPr>
          <p:spPr>
            <a:xfrm>
              <a:off x="0" y="-66675"/>
              <a:ext cx="491965" cy="531125"/>
            </a:xfrm>
            <a:prstGeom prst="rect">
              <a:avLst/>
            </a:prstGeom>
          </p:spPr>
          <p:txBody>
            <a:bodyPr lIns="50800" tIns="50800" rIns="50800" bIns="50800" rtlCol="0" anchor="ctr"/>
            <a:lstStyle/>
            <a:p>
              <a:pPr marL="0" lvl="0" indent="0" algn="ctr">
                <a:lnSpc>
                  <a:spcPts val="2800"/>
                </a:lnSpc>
              </a:pPr>
              <a:endParaRPr/>
            </a:p>
          </p:txBody>
        </p:sp>
      </p:grpSp>
      <p:grpSp>
        <p:nvGrpSpPr>
          <p:cNvPr id="10" name="Group 10"/>
          <p:cNvGrpSpPr/>
          <p:nvPr/>
        </p:nvGrpSpPr>
        <p:grpSpPr>
          <a:xfrm>
            <a:off x="3786309" y="6571402"/>
            <a:ext cx="1867931" cy="1763459"/>
            <a:chOff x="0" y="0"/>
            <a:chExt cx="491965" cy="464450"/>
          </a:xfrm>
        </p:grpSpPr>
        <p:sp>
          <p:nvSpPr>
            <p:cNvPr id="11" name="Freeform 11"/>
            <p:cNvSpPr/>
            <p:nvPr/>
          </p:nvSpPr>
          <p:spPr>
            <a:xfrm>
              <a:off x="0" y="0"/>
              <a:ext cx="491965" cy="464450"/>
            </a:xfrm>
            <a:custGeom>
              <a:avLst/>
              <a:gdLst/>
              <a:ahLst/>
              <a:cxnLst/>
              <a:rect l="l" t="t" r="r" b="b"/>
              <a:pathLst>
                <a:path w="491965" h="464450">
                  <a:moveTo>
                    <a:pt x="165786" y="0"/>
                  </a:moveTo>
                  <a:lnTo>
                    <a:pt x="326179" y="0"/>
                  </a:lnTo>
                  <a:cubicBezTo>
                    <a:pt x="417740" y="0"/>
                    <a:pt x="491965" y="74225"/>
                    <a:pt x="491965" y="165786"/>
                  </a:cubicBezTo>
                  <a:lnTo>
                    <a:pt x="491965" y="298664"/>
                  </a:lnTo>
                  <a:cubicBezTo>
                    <a:pt x="491965" y="342633"/>
                    <a:pt x="474499" y="384802"/>
                    <a:pt x="443408" y="415892"/>
                  </a:cubicBezTo>
                  <a:cubicBezTo>
                    <a:pt x="412317" y="446983"/>
                    <a:pt x="370148" y="464450"/>
                    <a:pt x="326179" y="464450"/>
                  </a:cubicBezTo>
                  <a:lnTo>
                    <a:pt x="165786" y="464450"/>
                  </a:lnTo>
                  <a:cubicBezTo>
                    <a:pt x="74225" y="464450"/>
                    <a:pt x="0" y="390225"/>
                    <a:pt x="0" y="298664"/>
                  </a:cubicBezTo>
                  <a:lnTo>
                    <a:pt x="0" y="165786"/>
                  </a:lnTo>
                  <a:cubicBezTo>
                    <a:pt x="0" y="74225"/>
                    <a:pt x="74225" y="0"/>
                    <a:pt x="165786" y="0"/>
                  </a:cubicBezTo>
                  <a:close/>
                </a:path>
              </a:pathLst>
            </a:custGeom>
            <a:solidFill>
              <a:srgbClr val="A159B8"/>
            </a:solidFill>
            <a:ln cap="rnd">
              <a:noFill/>
              <a:prstDash val="solid"/>
              <a:round/>
            </a:ln>
          </p:spPr>
        </p:sp>
        <p:sp>
          <p:nvSpPr>
            <p:cNvPr id="12" name="TextBox 12"/>
            <p:cNvSpPr txBox="1"/>
            <p:nvPr/>
          </p:nvSpPr>
          <p:spPr>
            <a:xfrm>
              <a:off x="0" y="-66675"/>
              <a:ext cx="491965" cy="531125"/>
            </a:xfrm>
            <a:prstGeom prst="rect">
              <a:avLst/>
            </a:prstGeom>
          </p:spPr>
          <p:txBody>
            <a:bodyPr lIns="50800" tIns="50800" rIns="50800" bIns="50800" rtlCol="0" anchor="ctr"/>
            <a:lstStyle/>
            <a:p>
              <a:pPr marL="0" lvl="0" indent="0" algn="ctr">
                <a:lnSpc>
                  <a:spcPts val="2800"/>
                </a:lnSpc>
              </a:pPr>
              <a:endParaRPr/>
            </a:p>
          </p:txBody>
        </p:sp>
      </p:grpSp>
      <p:grpSp>
        <p:nvGrpSpPr>
          <p:cNvPr id="13" name="Group 13"/>
          <p:cNvGrpSpPr/>
          <p:nvPr/>
        </p:nvGrpSpPr>
        <p:grpSpPr>
          <a:xfrm>
            <a:off x="6280743" y="6571402"/>
            <a:ext cx="1867931" cy="1763459"/>
            <a:chOff x="0" y="0"/>
            <a:chExt cx="491965" cy="464450"/>
          </a:xfrm>
        </p:grpSpPr>
        <p:sp>
          <p:nvSpPr>
            <p:cNvPr id="14" name="Freeform 14"/>
            <p:cNvSpPr/>
            <p:nvPr/>
          </p:nvSpPr>
          <p:spPr>
            <a:xfrm>
              <a:off x="0" y="0"/>
              <a:ext cx="491965" cy="464450"/>
            </a:xfrm>
            <a:custGeom>
              <a:avLst/>
              <a:gdLst/>
              <a:ahLst/>
              <a:cxnLst/>
              <a:rect l="l" t="t" r="r" b="b"/>
              <a:pathLst>
                <a:path w="491965" h="464450">
                  <a:moveTo>
                    <a:pt x="165786" y="0"/>
                  </a:moveTo>
                  <a:lnTo>
                    <a:pt x="326179" y="0"/>
                  </a:lnTo>
                  <a:cubicBezTo>
                    <a:pt x="417740" y="0"/>
                    <a:pt x="491965" y="74225"/>
                    <a:pt x="491965" y="165786"/>
                  </a:cubicBezTo>
                  <a:lnTo>
                    <a:pt x="491965" y="298664"/>
                  </a:lnTo>
                  <a:cubicBezTo>
                    <a:pt x="491965" y="342633"/>
                    <a:pt x="474499" y="384802"/>
                    <a:pt x="443408" y="415892"/>
                  </a:cubicBezTo>
                  <a:cubicBezTo>
                    <a:pt x="412317" y="446983"/>
                    <a:pt x="370148" y="464450"/>
                    <a:pt x="326179" y="464450"/>
                  </a:cubicBezTo>
                  <a:lnTo>
                    <a:pt x="165786" y="464450"/>
                  </a:lnTo>
                  <a:cubicBezTo>
                    <a:pt x="74225" y="464450"/>
                    <a:pt x="0" y="390225"/>
                    <a:pt x="0" y="298664"/>
                  </a:cubicBezTo>
                  <a:lnTo>
                    <a:pt x="0" y="165786"/>
                  </a:lnTo>
                  <a:cubicBezTo>
                    <a:pt x="0" y="74225"/>
                    <a:pt x="74225" y="0"/>
                    <a:pt x="165786" y="0"/>
                  </a:cubicBezTo>
                  <a:close/>
                </a:path>
              </a:pathLst>
            </a:custGeom>
            <a:solidFill>
              <a:srgbClr val="A159B8"/>
            </a:solidFill>
            <a:ln cap="rnd">
              <a:noFill/>
              <a:prstDash val="solid"/>
              <a:round/>
            </a:ln>
          </p:spPr>
        </p:sp>
        <p:sp>
          <p:nvSpPr>
            <p:cNvPr id="15" name="TextBox 15"/>
            <p:cNvSpPr txBox="1"/>
            <p:nvPr/>
          </p:nvSpPr>
          <p:spPr>
            <a:xfrm>
              <a:off x="0" y="-66675"/>
              <a:ext cx="491965" cy="531125"/>
            </a:xfrm>
            <a:prstGeom prst="rect">
              <a:avLst/>
            </a:prstGeom>
          </p:spPr>
          <p:txBody>
            <a:bodyPr lIns="50800" tIns="50800" rIns="50800" bIns="50800" rtlCol="0" anchor="ctr"/>
            <a:lstStyle/>
            <a:p>
              <a:pPr marL="0" lvl="0" indent="0" algn="ctr">
                <a:lnSpc>
                  <a:spcPts val="2800"/>
                </a:lnSpc>
              </a:pPr>
              <a:endParaRPr/>
            </a:p>
          </p:txBody>
        </p:sp>
      </p:grpSp>
      <p:grpSp>
        <p:nvGrpSpPr>
          <p:cNvPr id="16" name="Group 16"/>
          <p:cNvGrpSpPr/>
          <p:nvPr/>
        </p:nvGrpSpPr>
        <p:grpSpPr>
          <a:xfrm>
            <a:off x="9144000" y="2558316"/>
            <a:ext cx="6832608" cy="2366730"/>
            <a:chOff x="0" y="0"/>
            <a:chExt cx="1799535" cy="623336"/>
          </a:xfrm>
        </p:grpSpPr>
        <p:sp>
          <p:nvSpPr>
            <p:cNvPr id="17" name="Freeform 17"/>
            <p:cNvSpPr/>
            <p:nvPr/>
          </p:nvSpPr>
          <p:spPr>
            <a:xfrm>
              <a:off x="0" y="0"/>
              <a:ext cx="1799535" cy="623336"/>
            </a:xfrm>
            <a:custGeom>
              <a:avLst/>
              <a:gdLst/>
              <a:ahLst/>
              <a:cxnLst/>
              <a:rect l="l" t="t" r="r" b="b"/>
              <a:pathLst>
                <a:path w="1799535" h="623336">
                  <a:moveTo>
                    <a:pt x="45323" y="0"/>
                  </a:moveTo>
                  <a:lnTo>
                    <a:pt x="1754211" y="0"/>
                  </a:lnTo>
                  <a:cubicBezTo>
                    <a:pt x="1766232" y="0"/>
                    <a:pt x="1777760" y="4775"/>
                    <a:pt x="1786260" y="13275"/>
                  </a:cubicBezTo>
                  <a:cubicBezTo>
                    <a:pt x="1794760" y="21775"/>
                    <a:pt x="1799535" y="33303"/>
                    <a:pt x="1799535" y="45323"/>
                  </a:cubicBezTo>
                  <a:lnTo>
                    <a:pt x="1799535" y="578013"/>
                  </a:lnTo>
                  <a:cubicBezTo>
                    <a:pt x="1799535" y="590033"/>
                    <a:pt x="1794760" y="601562"/>
                    <a:pt x="1786260" y="610061"/>
                  </a:cubicBezTo>
                  <a:cubicBezTo>
                    <a:pt x="1777760" y="618561"/>
                    <a:pt x="1766232" y="623336"/>
                    <a:pt x="1754211" y="623336"/>
                  </a:cubicBezTo>
                  <a:lnTo>
                    <a:pt x="45323" y="623336"/>
                  </a:lnTo>
                  <a:cubicBezTo>
                    <a:pt x="33303" y="623336"/>
                    <a:pt x="21775" y="618561"/>
                    <a:pt x="13275" y="610061"/>
                  </a:cubicBezTo>
                  <a:cubicBezTo>
                    <a:pt x="4775" y="601562"/>
                    <a:pt x="0" y="590033"/>
                    <a:pt x="0" y="578013"/>
                  </a:cubicBezTo>
                  <a:lnTo>
                    <a:pt x="0" y="45323"/>
                  </a:lnTo>
                  <a:cubicBezTo>
                    <a:pt x="0" y="33303"/>
                    <a:pt x="4775" y="21775"/>
                    <a:pt x="13275" y="13275"/>
                  </a:cubicBezTo>
                  <a:cubicBezTo>
                    <a:pt x="21775" y="4775"/>
                    <a:pt x="33303" y="0"/>
                    <a:pt x="45323" y="0"/>
                  </a:cubicBezTo>
                  <a:close/>
                </a:path>
              </a:pathLst>
            </a:custGeom>
            <a:gradFill rotWithShape="1">
              <a:gsLst>
                <a:gs pos="0">
                  <a:srgbClr val="EFEFEF">
                    <a:alpha val="0"/>
                  </a:srgbClr>
                </a:gs>
                <a:gs pos="100000">
                  <a:srgbClr val="EFEFEF">
                    <a:alpha val="100000"/>
                  </a:srgbClr>
                </a:gs>
              </a:gsLst>
              <a:lin ang="5400000"/>
            </a:gradFill>
          </p:spPr>
        </p:sp>
        <p:sp>
          <p:nvSpPr>
            <p:cNvPr id="18" name="TextBox 18"/>
            <p:cNvSpPr txBox="1"/>
            <p:nvPr/>
          </p:nvSpPr>
          <p:spPr>
            <a:xfrm>
              <a:off x="0" y="-66675"/>
              <a:ext cx="1799535" cy="690011"/>
            </a:xfrm>
            <a:prstGeom prst="rect">
              <a:avLst/>
            </a:prstGeom>
          </p:spPr>
          <p:txBody>
            <a:bodyPr lIns="50800" tIns="50800" rIns="50800" bIns="50800" rtlCol="0" anchor="ctr"/>
            <a:lstStyle/>
            <a:p>
              <a:pPr marL="0" lvl="0" indent="0" algn="ctr">
                <a:lnSpc>
                  <a:spcPts val="2800"/>
                </a:lnSpc>
              </a:pPr>
              <a:endParaRPr/>
            </a:p>
          </p:txBody>
        </p:sp>
      </p:grpSp>
      <p:grpSp>
        <p:nvGrpSpPr>
          <p:cNvPr id="19" name="Group 19"/>
          <p:cNvGrpSpPr/>
          <p:nvPr/>
        </p:nvGrpSpPr>
        <p:grpSpPr>
          <a:xfrm>
            <a:off x="9144000" y="5301366"/>
            <a:ext cx="3830724" cy="3956934"/>
            <a:chOff x="0" y="0"/>
            <a:chExt cx="649922" cy="671334"/>
          </a:xfrm>
        </p:grpSpPr>
        <p:sp>
          <p:nvSpPr>
            <p:cNvPr id="20" name="Freeform 20"/>
            <p:cNvSpPr/>
            <p:nvPr/>
          </p:nvSpPr>
          <p:spPr>
            <a:xfrm>
              <a:off x="0" y="0"/>
              <a:ext cx="649922" cy="671334"/>
            </a:xfrm>
            <a:custGeom>
              <a:avLst/>
              <a:gdLst/>
              <a:ahLst/>
              <a:cxnLst/>
              <a:rect l="l" t="t" r="r" b="b"/>
              <a:pathLst>
                <a:path w="649922" h="671334">
                  <a:moveTo>
                    <a:pt x="80840" y="0"/>
                  </a:moveTo>
                  <a:lnTo>
                    <a:pt x="569081" y="0"/>
                  </a:lnTo>
                  <a:cubicBezTo>
                    <a:pt x="613728" y="0"/>
                    <a:pt x="649922" y="36193"/>
                    <a:pt x="649922" y="80840"/>
                  </a:cubicBezTo>
                  <a:lnTo>
                    <a:pt x="649922" y="590494"/>
                  </a:lnTo>
                  <a:cubicBezTo>
                    <a:pt x="649922" y="635141"/>
                    <a:pt x="613728" y="671334"/>
                    <a:pt x="569081" y="671334"/>
                  </a:cubicBezTo>
                  <a:lnTo>
                    <a:pt x="80840" y="671334"/>
                  </a:lnTo>
                  <a:cubicBezTo>
                    <a:pt x="36193" y="671334"/>
                    <a:pt x="0" y="635141"/>
                    <a:pt x="0" y="590494"/>
                  </a:cubicBezTo>
                  <a:lnTo>
                    <a:pt x="0" y="80840"/>
                  </a:lnTo>
                  <a:cubicBezTo>
                    <a:pt x="0" y="36193"/>
                    <a:pt x="36193" y="0"/>
                    <a:pt x="80840" y="0"/>
                  </a:cubicBezTo>
                  <a:close/>
                </a:path>
              </a:pathLst>
            </a:custGeom>
            <a:blipFill>
              <a:blip r:embed="rId4"/>
              <a:stretch>
                <a:fillRect t="-31" b="-31"/>
              </a:stretch>
            </a:blipFill>
          </p:spPr>
        </p:sp>
      </p:grpSp>
      <p:sp>
        <p:nvSpPr>
          <p:cNvPr id="21" name="Freeform 21"/>
          <p:cNvSpPr/>
          <p:nvPr/>
        </p:nvSpPr>
        <p:spPr>
          <a:xfrm>
            <a:off x="9489659" y="2699120"/>
            <a:ext cx="1322548" cy="1539683"/>
          </a:xfrm>
          <a:custGeom>
            <a:avLst/>
            <a:gdLst/>
            <a:ahLst/>
            <a:cxnLst/>
            <a:rect l="l" t="t" r="r" b="b"/>
            <a:pathLst>
              <a:path w="1322548" h="1539683">
                <a:moveTo>
                  <a:pt x="0" y="0"/>
                </a:moveTo>
                <a:lnTo>
                  <a:pt x="1322549" y="0"/>
                </a:lnTo>
                <a:lnTo>
                  <a:pt x="1322549" y="1539683"/>
                </a:lnTo>
                <a:lnTo>
                  <a:pt x="0" y="1539683"/>
                </a:lnTo>
                <a:lnTo>
                  <a:pt x="0" y="0"/>
                </a:lnTo>
                <a:close/>
              </a:path>
            </a:pathLst>
          </a:custGeom>
          <a:blipFill>
            <a:blip r:embed="rId5"/>
            <a:stretch>
              <a:fillRect/>
            </a:stretch>
          </a:blipFill>
        </p:spPr>
      </p:sp>
      <p:sp>
        <p:nvSpPr>
          <p:cNvPr id="27" name="TextBox 27"/>
          <p:cNvSpPr txBox="1"/>
          <p:nvPr/>
        </p:nvSpPr>
        <p:spPr>
          <a:xfrm>
            <a:off x="1308740" y="2590589"/>
            <a:ext cx="7004218" cy="1803580"/>
          </a:xfrm>
          <a:prstGeom prst="rect">
            <a:avLst/>
          </a:prstGeom>
        </p:spPr>
        <p:txBody>
          <a:bodyPr lIns="0" tIns="0" rIns="0" bIns="0" rtlCol="0" anchor="t">
            <a:spAutoFit/>
          </a:bodyPr>
          <a:lstStyle/>
          <a:p>
            <a:pPr marL="0" lvl="0" indent="0" algn="l">
              <a:lnSpc>
                <a:spcPts val="13990"/>
              </a:lnSpc>
              <a:spcBef>
                <a:spcPct val="0"/>
              </a:spcBef>
            </a:pPr>
            <a:r>
              <a:rPr lang="en-US" sz="9992" b="1">
                <a:gradFill>
                  <a:gsLst>
                    <a:gs pos="0">
                      <a:srgbClr val="426CC2">
                        <a:alpha val="100000"/>
                      </a:srgbClr>
                    </a:gs>
                    <a:gs pos="100000">
                      <a:srgbClr val="173268">
                        <a:alpha val="100000"/>
                      </a:srgbClr>
                    </a:gs>
                  </a:gsLst>
                  <a:lin ang="5400000"/>
                </a:gradFill>
                <a:latin typeface="Poppins Bold"/>
                <a:ea typeface="Poppins Bold"/>
                <a:cs typeface="Poppins Bold"/>
                <a:sym typeface="Poppins Bold"/>
              </a:rPr>
              <a:t>Expected</a:t>
            </a:r>
          </a:p>
        </p:txBody>
      </p:sp>
      <p:sp>
        <p:nvSpPr>
          <p:cNvPr id="28" name="TextBox 28"/>
          <p:cNvSpPr txBox="1"/>
          <p:nvPr/>
        </p:nvSpPr>
        <p:spPr>
          <a:xfrm>
            <a:off x="1300307" y="3880470"/>
            <a:ext cx="7004218" cy="1803580"/>
          </a:xfrm>
          <a:prstGeom prst="rect">
            <a:avLst/>
          </a:prstGeom>
        </p:spPr>
        <p:txBody>
          <a:bodyPr lIns="0" tIns="0" rIns="0" bIns="0" rtlCol="0" anchor="t">
            <a:spAutoFit/>
          </a:bodyPr>
          <a:lstStyle/>
          <a:p>
            <a:pPr marL="0" lvl="0" indent="0" algn="l">
              <a:lnSpc>
                <a:spcPts val="13990"/>
              </a:lnSpc>
              <a:spcBef>
                <a:spcPct val="0"/>
              </a:spcBef>
            </a:pPr>
            <a:r>
              <a:rPr lang="en-US" sz="9992">
                <a:gradFill>
                  <a:gsLst>
                    <a:gs pos="0">
                      <a:srgbClr val="713784">
                        <a:alpha val="100000"/>
                      </a:srgbClr>
                    </a:gs>
                    <a:gs pos="100000">
                      <a:srgbClr val="A159B8">
                        <a:alpha val="100000"/>
                      </a:srgbClr>
                    </a:gs>
                  </a:gsLst>
                  <a:lin ang="5400000"/>
                </a:gradFill>
                <a:latin typeface="Poppins"/>
                <a:ea typeface="Poppins"/>
                <a:cs typeface="Poppins"/>
                <a:sym typeface="Poppins"/>
              </a:rPr>
              <a:t>Outcome</a:t>
            </a:r>
          </a:p>
        </p:txBody>
      </p:sp>
      <p:sp>
        <p:nvSpPr>
          <p:cNvPr id="29" name="TextBox 29"/>
          <p:cNvSpPr txBox="1"/>
          <p:nvPr/>
        </p:nvSpPr>
        <p:spPr>
          <a:xfrm>
            <a:off x="1308740" y="8527994"/>
            <a:ext cx="2477568" cy="283455"/>
          </a:xfrm>
          <a:prstGeom prst="rect">
            <a:avLst/>
          </a:prstGeom>
        </p:spPr>
        <p:txBody>
          <a:bodyPr lIns="0" tIns="0" rIns="0" bIns="0" rtlCol="0" anchor="t">
            <a:spAutoFit/>
          </a:bodyPr>
          <a:lstStyle/>
          <a:p>
            <a:pPr marL="0" lvl="0" indent="0" algn="l">
              <a:lnSpc>
                <a:spcPts val="2226"/>
              </a:lnSpc>
              <a:spcBef>
                <a:spcPct val="0"/>
              </a:spcBef>
            </a:pPr>
            <a:r>
              <a:rPr lang="en-US" sz="1590" b="1">
                <a:solidFill>
                  <a:srgbClr val="3B3B3B"/>
                </a:solidFill>
                <a:latin typeface="Poppins Bold"/>
                <a:ea typeface="Poppins Bold"/>
                <a:cs typeface="Poppins Bold"/>
                <a:sym typeface="Poppins Bold"/>
              </a:rPr>
              <a:t>Automated Reports</a:t>
            </a:r>
          </a:p>
        </p:txBody>
      </p:sp>
      <p:sp>
        <p:nvSpPr>
          <p:cNvPr id="30" name="TextBox 30"/>
          <p:cNvSpPr txBox="1"/>
          <p:nvPr/>
        </p:nvSpPr>
        <p:spPr>
          <a:xfrm>
            <a:off x="3786309" y="8527994"/>
            <a:ext cx="2032216" cy="283455"/>
          </a:xfrm>
          <a:prstGeom prst="rect">
            <a:avLst/>
          </a:prstGeom>
        </p:spPr>
        <p:txBody>
          <a:bodyPr lIns="0" tIns="0" rIns="0" bIns="0" rtlCol="0" anchor="t">
            <a:spAutoFit/>
          </a:bodyPr>
          <a:lstStyle/>
          <a:p>
            <a:pPr marL="0" lvl="0" indent="0" algn="l">
              <a:lnSpc>
                <a:spcPts val="2226"/>
              </a:lnSpc>
              <a:spcBef>
                <a:spcPct val="0"/>
              </a:spcBef>
            </a:pPr>
            <a:r>
              <a:rPr lang="en-US" sz="1590" b="1">
                <a:solidFill>
                  <a:srgbClr val="3B3B3B"/>
                </a:solidFill>
                <a:latin typeface="Poppins Bold"/>
                <a:ea typeface="Poppins Bold"/>
                <a:cs typeface="Poppins Bold"/>
                <a:sym typeface="Poppins Bold"/>
              </a:rPr>
              <a:t>Time Saved</a:t>
            </a:r>
          </a:p>
        </p:txBody>
      </p:sp>
      <p:sp>
        <p:nvSpPr>
          <p:cNvPr id="31" name="TextBox 31"/>
          <p:cNvSpPr txBox="1"/>
          <p:nvPr/>
        </p:nvSpPr>
        <p:spPr>
          <a:xfrm>
            <a:off x="6280743" y="8527994"/>
            <a:ext cx="2032216" cy="283455"/>
          </a:xfrm>
          <a:prstGeom prst="rect">
            <a:avLst/>
          </a:prstGeom>
        </p:spPr>
        <p:txBody>
          <a:bodyPr lIns="0" tIns="0" rIns="0" bIns="0" rtlCol="0" anchor="t">
            <a:spAutoFit/>
          </a:bodyPr>
          <a:lstStyle/>
          <a:p>
            <a:pPr marL="0" lvl="0" indent="0" algn="l">
              <a:lnSpc>
                <a:spcPts val="2226"/>
              </a:lnSpc>
              <a:spcBef>
                <a:spcPct val="0"/>
              </a:spcBef>
            </a:pPr>
            <a:r>
              <a:rPr lang="en-US" sz="1590" b="1">
                <a:solidFill>
                  <a:srgbClr val="3B3B3B"/>
                </a:solidFill>
                <a:latin typeface="Poppins Bold"/>
                <a:ea typeface="Poppins Bold"/>
                <a:cs typeface="Poppins Bold"/>
                <a:sym typeface="Poppins Bold"/>
              </a:rPr>
              <a:t>Faster Analysis</a:t>
            </a:r>
          </a:p>
        </p:txBody>
      </p:sp>
      <p:sp>
        <p:nvSpPr>
          <p:cNvPr id="32" name="TextBox 32"/>
          <p:cNvSpPr txBox="1"/>
          <p:nvPr/>
        </p:nvSpPr>
        <p:spPr>
          <a:xfrm>
            <a:off x="11122864" y="2898871"/>
            <a:ext cx="3823617" cy="309904"/>
          </a:xfrm>
          <a:prstGeom prst="rect">
            <a:avLst/>
          </a:prstGeom>
        </p:spPr>
        <p:txBody>
          <a:bodyPr lIns="0" tIns="0" rIns="0" bIns="0" rtlCol="0" anchor="t">
            <a:spAutoFit/>
          </a:bodyPr>
          <a:lstStyle/>
          <a:p>
            <a:pPr marL="0" lvl="0" indent="0" algn="l">
              <a:lnSpc>
                <a:spcPts val="2343"/>
              </a:lnSpc>
              <a:spcBef>
                <a:spcPct val="0"/>
              </a:spcBef>
            </a:pPr>
            <a:r>
              <a:rPr lang="en-US" sz="1674" b="1">
                <a:gradFill>
                  <a:gsLst>
                    <a:gs pos="0">
                      <a:srgbClr val="426CC2">
                        <a:alpha val="100000"/>
                      </a:srgbClr>
                    </a:gs>
                    <a:gs pos="100000">
                      <a:srgbClr val="173268">
                        <a:alpha val="100000"/>
                      </a:srgbClr>
                    </a:gs>
                  </a:gsLst>
                  <a:lin ang="5400000"/>
                </a:gradFill>
                <a:latin typeface="Poppins Bold"/>
                <a:ea typeface="Poppins Bold"/>
                <a:cs typeface="Poppins Bold"/>
                <a:sym typeface="Poppins Bold"/>
              </a:rPr>
              <a:t>Centralized Exam Database</a:t>
            </a:r>
          </a:p>
        </p:txBody>
      </p:sp>
      <p:sp>
        <p:nvSpPr>
          <p:cNvPr id="33" name="TextBox 33"/>
          <p:cNvSpPr txBox="1"/>
          <p:nvPr/>
        </p:nvSpPr>
        <p:spPr>
          <a:xfrm>
            <a:off x="11122864" y="3386747"/>
            <a:ext cx="4227510" cy="918483"/>
          </a:xfrm>
          <a:prstGeom prst="rect">
            <a:avLst/>
          </a:prstGeom>
        </p:spPr>
        <p:txBody>
          <a:bodyPr lIns="0" tIns="0" rIns="0" bIns="0" rtlCol="0" anchor="t">
            <a:spAutoFit/>
          </a:bodyPr>
          <a:lstStyle/>
          <a:p>
            <a:pPr marL="0" lvl="0" indent="0" algn="l">
              <a:lnSpc>
                <a:spcPts val="1874"/>
              </a:lnSpc>
              <a:spcBef>
                <a:spcPct val="0"/>
              </a:spcBef>
            </a:pPr>
            <a:r>
              <a:rPr lang="en-US" sz="1339">
                <a:solidFill>
                  <a:srgbClr val="3B3B3B"/>
                </a:solidFill>
                <a:latin typeface="Poppins"/>
                <a:ea typeface="Poppins"/>
                <a:cs typeface="Poppins"/>
                <a:sym typeface="Poppins"/>
              </a:rPr>
              <a:t>A unified platform stores all exam data securely, enabling instant analytical reports post-exams and interactive dashboards that visualize student performance trends across subjects and topics.</a:t>
            </a:r>
          </a:p>
        </p:txBody>
      </p:sp>
      <p:sp>
        <p:nvSpPr>
          <p:cNvPr id="34" name="TextBox 34"/>
          <p:cNvSpPr txBox="1"/>
          <p:nvPr/>
        </p:nvSpPr>
        <p:spPr>
          <a:xfrm>
            <a:off x="13426388" y="7276715"/>
            <a:ext cx="2870773" cy="1375683"/>
          </a:xfrm>
          <a:prstGeom prst="rect">
            <a:avLst/>
          </a:prstGeom>
        </p:spPr>
        <p:txBody>
          <a:bodyPr lIns="0" tIns="0" rIns="0" bIns="0" rtlCol="0" anchor="t">
            <a:spAutoFit/>
          </a:bodyPr>
          <a:lstStyle/>
          <a:p>
            <a:pPr marL="0" lvl="0" indent="0" algn="l">
              <a:lnSpc>
                <a:spcPts val="1874"/>
              </a:lnSpc>
              <a:spcBef>
                <a:spcPct val="0"/>
              </a:spcBef>
            </a:pPr>
            <a:r>
              <a:rPr lang="en-US" sz="1339">
                <a:solidFill>
                  <a:srgbClr val="3B3B3B"/>
                </a:solidFill>
                <a:latin typeface="Poppins"/>
                <a:ea typeface="Poppins"/>
                <a:cs typeface="Poppins"/>
                <a:sym typeface="Poppins"/>
              </a:rPr>
              <a:t>Faculty evaluate class performance efficiently. Students gain clear insights into academic progress. Improved accuracy and reduced manual effort in exam result analysis.</a:t>
            </a:r>
          </a:p>
        </p:txBody>
      </p:sp>
      <p:sp>
        <p:nvSpPr>
          <p:cNvPr id="35" name="TextBox 35"/>
          <p:cNvSpPr txBox="1"/>
          <p:nvPr/>
        </p:nvSpPr>
        <p:spPr>
          <a:xfrm>
            <a:off x="1447041" y="6986407"/>
            <a:ext cx="1568552" cy="800180"/>
          </a:xfrm>
          <a:prstGeom prst="rect">
            <a:avLst/>
          </a:prstGeom>
        </p:spPr>
        <p:txBody>
          <a:bodyPr lIns="0" tIns="0" rIns="0" bIns="0" rtlCol="0" anchor="t">
            <a:spAutoFit/>
          </a:bodyPr>
          <a:lstStyle/>
          <a:p>
            <a:pPr marL="0" lvl="0" indent="0" algn="ctr">
              <a:lnSpc>
                <a:spcPts val="6295"/>
              </a:lnSpc>
              <a:spcBef>
                <a:spcPct val="0"/>
              </a:spcBef>
            </a:pPr>
            <a:r>
              <a:rPr lang="en-US" sz="4496" b="1">
                <a:solidFill>
                  <a:srgbClr val="FFFFFF"/>
                </a:solidFill>
                <a:latin typeface="Poppins Bold"/>
                <a:ea typeface="Poppins Bold"/>
                <a:cs typeface="Poppins Bold"/>
                <a:sym typeface="Poppins Bold"/>
              </a:rPr>
              <a:t>100%</a:t>
            </a:r>
          </a:p>
        </p:txBody>
      </p:sp>
      <p:sp>
        <p:nvSpPr>
          <p:cNvPr id="36" name="TextBox 36"/>
          <p:cNvSpPr txBox="1"/>
          <p:nvPr/>
        </p:nvSpPr>
        <p:spPr>
          <a:xfrm>
            <a:off x="3930520" y="6986407"/>
            <a:ext cx="1568552" cy="800180"/>
          </a:xfrm>
          <a:prstGeom prst="rect">
            <a:avLst/>
          </a:prstGeom>
        </p:spPr>
        <p:txBody>
          <a:bodyPr lIns="0" tIns="0" rIns="0" bIns="0" rtlCol="0" anchor="t">
            <a:spAutoFit/>
          </a:bodyPr>
          <a:lstStyle/>
          <a:p>
            <a:pPr marL="0" lvl="0" indent="0" algn="ctr">
              <a:lnSpc>
                <a:spcPts val="6295"/>
              </a:lnSpc>
              <a:spcBef>
                <a:spcPct val="0"/>
              </a:spcBef>
            </a:pPr>
            <a:r>
              <a:rPr lang="en-US" sz="4496" b="1">
                <a:solidFill>
                  <a:srgbClr val="FFFFFF"/>
                </a:solidFill>
                <a:latin typeface="Poppins Bold"/>
                <a:ea typeface="Poppins Bold"/>
                <a:cs typeface="Poppins Bold"/>
                <a:sym typeface="Poppins Bold"/>
              </a:rPr>
              <a:t>60%</a:t>
            </a:r>
          </a:p>
        </p:txBody>
      </p:sp>
      <p:sp>
        <p:nvSpPr>
          <p:cNvPr id="37" name="TextBox 37"/>
          <p:cNvSpPr txBox="1"/>
          <p:nvPr/>
        </p:nvSpPr>
        <p:spPr>
          <a:xfrm>
            <a:off x="6424954" y="6986407"/>
            <a:ext cx="1568552" cy="800180"/>
          </a:xfrm>
          <a:prstGeom prst="rect">
            <a:avLst/>
          </a:prstGeom>
        </p:spPr>
        <p:txBody>
          <a:bodyPr lIns="0" tIns="0" rIns="0" bIns="0" rtlCol="0" anchor="t">
            <a:spAutoFit/>
          </a:bodyPr>
          <a:lstStyle/>
          <a:p>
            <a:pPr marL="0" lvl="0" indent="0" algn="ctr">
              <a:lnSpc>
                <a:spcPts val="6295"/>
              </a:lnSpc>
              <a:spcBef>
                <a:spcPct val="0"/>
              </a:spcBef>
            </a:pPr>
            <a:r>
              <a:rPr lang="en-US" sz="4496" b="1">
                <a:solidFill>
                  <a:srgbClr val="FFFFFF"/>
                </a:solidFill>
                <a:latin typeface="Poppins Bold"/>
                <a:ea typeface="Poppins Bold"/>
                <a:cs typeface="Poppins Bold"/>
                <a:sym typeface="Poppins Bold"/>
              </a:rPr>
              <a:t>3x</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4ED"/>
        </a:solidFill>
        <a:effectLst/>
      </p:bgPr>
    </p:bg>
    <p:spTree>
      <p:nvGrpSpPr>
        <p:cNvPr id="1" name=""/>
        <p:cNvGrpSpPr/>
        <p:nvPr/>
      </p:nvGrpSpPr>
      <p:grpSpPr>
        <a:xfrm>
          <a:off x="0" y="0"/>
          <a:ext cx="0" cy="0"/>
          <a:chOff x="0" y="0"/>
          <a:chExt cx="0" cy="0"/>
        </a:xfrm>
      </p:grpSpPr>
      <p:sp>
        <p:nvSpPr>
          <p:cNvPr id="2" name="Freeform 2"/>
          <p:cNvSpPr/>
          <p:nvPr/>
        </p:nvSpPr>
        <p:spPr>
          <a:xfrm>
            <a:off x="6178615" y="2222398"/>
            <a:ext cx="11530154" cy="11013346"/>
          </a:xfrm>
          <a:custGeom>
            <a:avLst/>
            <a:gdLst/>
            <a:ahLst/>
            <a:cxnLst/>
            <a:rect l="l" t="t" r="r" b="b"/>
            <a:pathLst>
              <a:path w="11530154" h="11013346">
                <a:moveTo>
                  <a:pt x="0" y="0"/>
                </a:moveTo>
                <a:lnTo>
                  <a:pt x="11530154" y="0"/>
                </a:lnTo>
                <a:lnTo>
                  <a:pt x="11530154" y="11013346"/>
                </a:lnTo>
                <a:lnTo>
                  <a:pt x="0" y="11013346"/>
                </a:lnTo>
                <a:lnTo>
                  <a:pt x="0" y="0"/>
                </a:lnTo>
                <a:close/>
              </a:path>
            </a:pathLst>
          </a:custGeom>
          <a:blipFill>
            <a:blip r:embed="rId2"/>
            <a:stretch>
              <a:fillRect/>
            </a:stretch>
          </a:blipFill>
        </p:spPr>
      </p:sp>
      <p:grpSp>
        <p:nvGrpSpPr>
          <p:cNvPr id="3" name="Group 3"/>
          <p:cNvGrpSpPr/>
          <p:nvPr/>
        </p:nvGrpSpPr>
        <p:grpSpPr>
          <a:xfrm>
            <a:off x="599183" y="626219"/>
            <a:ext cx="17089633" cy="804962"/>
            <a:chOff x="0" y="0"/>
            <a:chExt cx="8628016" cy="406400"/>
          </a:xfrm>
        </p:grpSpPr>
        <p:sp>
          <p:nvSpPr>
            <p:cNvPr id="4" name="Freeform 4"/>
            <p:cNvSpPr/>
            <p:nvPr/>
          </p:nvSpPr>
          <p:spPr>
            <a:xfrm>
              <a:off x="0" y="0"/>
              <a:ext cx="8628016" cy="406400"/>
            </a:xfrm>
            <a:custGeom>
              <a:avLst/>
              <a:gdLst/>
              <a:ahLst/>
              <a:cxnLst/>
              <a:rect l="l" t="t" r="r" b="b"/>
              <a:pathLst>
                <a:path w="8628016" h="406400">
                  <a:moveTo>
                    <a:pt x="8424816" y="0"/>
                  </a:moveTo>
                  <a:cubicBezTo>
                    <a:pt x="8537040" y="0"/>
                    <a:pt x="8628016" y="90976"/>
                    <a:pt x="8628016" y="203200"/>
                  </a:cubicBezTo>
                  <a:cubicBezTo>
                    <a:pt x="8628016" y="315424"/>
                    <a:pt x="8537040" y="406400"/>
                    <a:pt x="8424816" y="406400"/>
                  </a:cubicBezTo>
                  <a:lnTo>
                    <a:pt x="203200" y="406400"/>
                  </a:lnTo>
                  <a:cubicBezTo>
                    <a:pt x="90976" y="406400"/>
                    <a:pt x="0" y="315424"/>
                    <a:pt x="0" y="203200"/>
                  </a:cubicBezTo>
                  <a:cubicBezTo>
                    <a:pt x="0" y="90976"/>
                    <a:pt x="90976" y="0"/>
                    <a:pt x="203200" y="0"/>
                  </a:cubicBezTo>
                  <a:close/>
                </a:path>
              </a:pathLst>
            </a:custGeom>
            <a:gradFill rotWithShape="1">
              <a:gsLst>
                <a:gs pos="0">
                  <a:srgbClr val="EFEFEF">
                    <a:alpha val="0"/>
                  </a:srgbClr>
                </a:gs>
                <a:gs pos="100000">
                  <a:srgbClr val="EFEFEF">
                    <a:alpha val="100000"/>
                  </a:srgbClr>
                </a:gs>
              </a:gsLst>
              <a:lin ang="5400000"/>
            </a:gradFill>
            <a:ln cap="sq">
              <a:noFill/>
              <a:prstDash val="solid"/>
              <a:miter/>
            </a:ln>
          </p:spPr>
        </p:sp>
        <p:sp>
          <p:nvSpPr>
            <p:cNvPr id="5" name="TextBox 5"/>
            <p:cNvSpPr txBox="1"/>
            <p:nvPr/>
          </p:nvSpPr>
          <p:spPr>
            <a:xfrm>
              <a:off x="0" y="-66675"/>
              <a:ext cx="8628016" cy="473075"/>
            </a:xfrm>
            <a:prstGeom prst="rect">
              <a:avLst/>
            </a:prstGeom>
          </p:spPr>
          <p:txBody>
            <a:bodyPr lIns="50800" tIns="50800" rIns="50800" bIns="50800" rtlCol="0" anchor="ctr"/>
            <a:lstStyle/>
            <a:p>
              <a:pPr marL="0" lvl="0" indent="0" algn="ctr">
                <a:lnSpc>
                  <a:spcPts val="2800"/>
                </a:lnSpc>
              </a:pPr>
              <a:endParaRPr/>
            </a:p>
          </p:txBody>
        </p:sp>
      </p:grpSp>
      <p:sp>
        <p:nvSpPr>
          <p:cNvPr id="6" name="Freeform 6"/>
          <p:cNvSpPr/>
          <p:nvPr/>
        </p:nvSpPr>
        <p:spPr>
          <a:xfrm>
            <a:off x="1028700" y="771584"/>
            <a:ext cx="543215" cy="543215"/>
          </a:xfrm>
          <a:custGeom>
            <a:avLst/>
            <a:gdLst/>
            <a:ahLst/>
            <a:cxnLst/>
            <a:rect l="l" t="t" r="r" b="b"/>
            <a:pathLst>
              <a:path w="543215" h="543215">
                <a:moveTo>
                  <a:pt x="0" y="0"/>
                </a:moveTo>
                <a:lnTo>
                  <a:pt x="543215" y="0"/>
                </a:lnTo>
                <a:lnTo>
                  <a:pt x="543215" y="543215"/>
                </a:lnTo>
                <a:lnTo>
                  <a:pt x="0" y="543215"/>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nvGrpSpPr>
          <p:cNvPr id="7" name="Group 7"/>
          <p:cNvGrpSpPr/>
          <p:nvPr/>
        </p:nvGrpSpPr>
        <p:grpSpPr>
          <a:xfrm>
            <a:off x="7652824" y="4698307"/>
            <a:ext cx="4734598" cy="1570541"/>
            <a:chOff x="0" y="0"/>
            <a:chExt cx="1246972" cy="413640"/>
          </a:xfrm>
        </p:grpSpPr>
        <p:sp>
          <p:nvSpPr>
            <p:cNvPr id="8" name="Freeform 8"/>
            <p:cNvSpPr/>
            <p:nvPr/>
          </p:nvSpPr>
          <p:spPr>
            <a:xfrm>
              <a:off x="0" y="0"/>
              <a:ext cx="1246972" cy="413640"/>
            </a:xfrm>
            <a:custGeom>
              <a:avLst/>
              <a:gdLst/>
              <a:ahLst/>
              <a:cxnLst/>
              <a:rect l="l" t="t" r="r" b="b"/>
              <a:pathLst>
                <a:path w="1246972" h="413640">
                  <a:moveTo>
                    <a:pt x="65407" y="0"/>
                  </a:moveTo>
                  <a:lnTo>
                    <a:pt x="1181565" y="0"/>
                  </a:lnTo>
                  <a:cubicBezTo>
                    <a:pt x="1198912" y="0"/>
                    <a:pt x="1215549" y="6891"/>
                    <a:pt x="1227815" y="19157"/>
                  </a:cubicBezTo>
                  <a:cubicBezTo>
                    <a:pt x="1240081" y="31424"/>
                    <a:pt x="1246972" y="48060"/>
                    <a:pt x="1246972" y="65407"/>
                  </a:cubicBezTo>
                  <a:lnTo>
                    <a:pt x="1246972" y="348233"/>
                  </a:lnTo>
                  <a:cubicBezTo>
                    <a:pt x="1246972" y="365580"/>
                    <a:pt x="1240081" y="382217"/>
                    <a:pt x="1227815" y="394483"/>
                  </a:cubicBezTo>
                  <a:cubicBezTo>
                    <a:pt x="1215549" y="406749"/>
                    <a:pt x="1198912" y="413640"/>
                    <a:pt x="1181565" y="413640"/>
                  </a:cubicBezTo>
                  <a:lnTo>
                    <a:pt x="65407" y="413640"/>
                  </a:lnTo>
                  <a:cubicBezTo>
                    <a:pt x="48060" y="413640"/>
                    <a:pt x="31424" y="406749"/>
                    <a:pt x="19157" y="394483"/>
                  </a:cubicBezTo>
                  <a:cubicBezTo>
                    <a:pt x="6891" y="382217"/>
                    <a:pt x="0" y="365580"/>
                    <a:pt x="0" y="348233"/>
                  </a:cubicBezTo>
                  <a:lnTo>
                    <a:pt x="0" y="65407"/>
                  </a:lnTo>
                  <a:cubicBezTo>
                    <a:pt x="0" y="48060"/>
                    <a:pt x="6891" y="31424"/>
                    <a:pt x="19157" y="19157"/>
                  </a:cubicBezTo>
                  <a:cubicBezTo>
                    <a:pt x="31424" y="6891"/>
                    <a:pt x="48060" y="0"/>
                    <a:pt x="65407" y="0"/>
                  </a:cubicBezTo>
                  <a:close/>
                </a:path>
              </a:pathLst>
            </a:custGeom>
            <a:gradFill rotWithShape="1">
              <a:gsLst>
                <a:gs pos="0">
                  <a:srgbClr val="F9F5ED">
                    <a:alpha val="100000"/>
                  </a:srgbClr>
                </a:gs>
                <a:gs pos="100000">
                  <a:srgbClr val="FAF6EE">
                    <a:alpha val="0"/>
                  </a:srgbClr>
                </a:gs>
              </a:gsLst>
              <a:lin ang="0"/>
            </a:gradFill>
          </p:spPr>
        </p:sp>
        <p:sp>
          <p:nvSpPr>
            <p:cNvPr id="9" name="TextBox 9"/>
            <p:cNvSpPr txBox="1"/>
            <p:nvPr/>
          </p:nvSpPr>
          <p:spPr>
            <a:xfrm>
              <a:off x="0" y="-66675"/>
              <a:ext cx="1246972" cy="480315"/>
            </a:xfrm>
            <a:prstGeom prst="rect">
              <a:avLst/>
            </a:prstGeom>
          </p:spPr>
          <p:txBody>
            <a:bodyPr lIns="50800" tIns="50800" rIns="50800" bIns="50800" rtlCol="0" anchor="ctr"/>
            <a:lstStyle/>
            <a:p>
              <a:pPr marL="0" lvl="0" indent="0" algn="ctr">
                <a:lnSpc>
                  <a:spcPts val="2800"/>
                </a:lnSpc>
              </a:pPr>
              <a:endParaRPr/>
            </a:p>
          </p:txBody>
        </p:sp>
      </p:grpSp>
      <p:grpSp>
        <p:nvGrpSpPr>
          <p:cNvPr id="10" name="Group 10"/>
          <p:cNvGrpSpPr/>
          <p:nvPr/>
        </p:nvGrpSpPr>
        <p:grpSpPr>
          <a:xfrm>
            <a:off x="7652824" y="3698496"/>
            <a:ext cx="4734598" cy="834477"/>
            <a:chOff x="0" y="0"/>
            <a:chExt cx="1246972" cy="219780"/>
          </a:xfrm>
        </p:grpSpPr>
        <p:sp>
          <p:nvSpPr>
            <p:cNvPr id="11" name="Freeform 11"/>
            <p:cNvSpPr/>
            <p:nvPr/>
          </p:nvSpPr>
          <p:spPr>
            <a:xfrm>
              <a:off x="0" y="0"/>
              <a:ext cx="1246972" cy="219780"/>
            </a:xfrm>
            <a:custGeom>
              <a:avLst/>
              <a:gdLst/>
              <a:ahLst/>
              <a:cxnLst/>
              <a:rect l="l" t="t" r="r" b="b"/>
              <a:pathLst>
                <a:path w="1246972" h="219780">
                  <a:moveTo>
                    <a:pt x="57231" y="0"/>
                  </a:moveTo>
                  <a:lnTo>
                    <a:pt x="1189741" y="0"/>
                  </a:lnTo>
                  <a:cubicBezTo>
                    <a:pt x="1204920" y="0"/>
                    <a:pt x="1219477" y="6030"/>
                    <a:pt x="1230210" y="16763"/>
                  </a:cubicBezTo>
                  <a:cubicBezTo>
                    <a:pt x="1240943" y="27496"/>
                    <a:pt x="1246972" y="42053"/>
                    <a:pt x="1246972" y="57231"/>
                  </a:cubicBezTo>
                  <a:lnTo>
                    <a:pt x="1246972" y="162549"/>
                  </a:lnTo>
                  <a:cubicBezTo>
                    <a:pt x="1246972" y="177727"/>
                    <a:pt x="1240943" y="192284"/>
                    <a:pt x="1230210" y="203017"/>
                  </a:cubicBezTo>
                  <a:cubicBezTo>
                    <a:pt x="1219477" y="213750"/>
                    <a:pt x="1204920" y="219780"/>
                    <a:pt x="1189741" y="219780"/>
                  </a:cubicBezTo>
                  <a:lnTo>
                    <a:pt x="57231" y="219780"/>
                  </a:lnTo>
                  <a:cubicBezTo>
                    <a:pt x="42053" y="219780"/>
                    <a:pt x="27496" y="213750"/>
                    <a:pt x="16763" y="203017"/>
                  </a:cubicBezTo>
                  <a:cubicBezTo>
                    <a:pt x="6030" y="192284"/>
                    <a:pt x="0" y="177727"/>
                    <a:pt x="0" y="162549"/>
                  </a:cubicBezTo>
                  <a:lnTo>
                    <a:pt x="0" y="57231"/>
                  </a:lnTo>
                  <a:cubicBezTo>
                    <a:pt x="0" y="42053"/>
                    <a:pt x="6030" y="27496"/>
                    <a:pt x="16763" y="16763"/>
                  </a:cubicBezTo>
                  <a:cubicBezTo>
                    <a:pt x="27496" y="6030"/>
                    <a:pt x="42053" y="0"/>
                    <a:pt x="57231" y="0"/>
                  </a:cubicBezTo>
                  <a:close/>
                </a:path>
              </a:pathLst>
            </a:custGeom>
            <a:gradFill rotWithShape="1">
              <a:gsLst>
                <a:gs pos="0">
                  <a:srgbClr val="426CC2">
                    <a:alpha val="100000"/>
                  </a:srgbClr>
                </a:gs>
                <a:gs pos="100000">
                  <a:srgbClr val="173268">
                    <a:alpha val="100000"/>
                  </a:srgbClr>
                </a:gs>
              </a:gsLst>
              <a:lin ang="5400000"/>
            </a:gradFill>
            <a:ln cap="rnd">
              <a:noFill/>
              <a:prstDash val="solid"/>
              <a:round/>
            </a:ln>
          </p:spPr>
        </p:sp>
        <p:sp>
          <p:nvSpPr>
            <p:cNvPr id="12" name="TextBox 12"/>
            <p:cNvSpPr txBox="1"/>
            <p:nvPr/>
          </p:nvSpPr>
          <p:spPr>
            <a:xfrm>
              <a:off x="0" y="-66675"/>
              <a:ext cx="1246972" cy="286455"/>
            </a:xfrm>
            <a:prstGeom prst="rect">
              <a:avLst/>
            </a:prstGeom>
          </p:spPr>
          <p:txBody>
            <a:bodyPr lIns="50800" tIns="50800" rIns="50800" bIns="50800" rtlCol="0" anchor="ctr"/>
            <a:lstStyle/>
            <a:p>
              <a:pPr marL="0" lvl="0" indent="0" algn="ctr">
                <a:lnSpc>
                  <a:spcPts val="2800"/>
                </a:lnSpc>
              </a:pPr>
              <a:endParaRPr/>
            </a:p>
          </p:txBody>
        </p:sp>
      </p:grpSp>
      <p:grpSp>
        <p:nvGrpSpPr>
          <p:cNvPr id="13" name="Group 13"/>
          <p:cNvGrpSpPr/>
          <p:nvPr/>
        </p:nvGrpSpPr>
        <p:grpSpPr>
          <a:xfrm>
            <a:off x="12570462" y="4698307"/>
            <a:ext cx="4734598" cy="1570541"/>
            <a:chOff x="0" y="0"/>
            <a:chExt cx="1246972" cy="413640"/>
          </a:xfrm>
        </p:grpSpPr>
        <p:sp>
          <p:nvSpPr>
            <p:cNvPr id="14" name="Freeform 14"/>
            <p:cNvSpPr/>
            <p:nvPr/>
          </p:nvSpPr>
          <p:spPr>
            <a:xfrm>
              <a:off x="0" y="0"/>
              <a:ext cx="1246972" cy="413640"/>
            </a:xfrm>
            <a:custGeom>
              <a:avLst/>
              <a:gdLst/>
              <a:ahLst/>
              <a:cxnLst/>
              <a:rect l="l" t="t" r="r" b="b"/>
              <a:pathLst>
                <a:path w="1246972" h="413640">
                  <a:moveTo>
                    <a:pt x="65407" y="0"/>
                  </a:moveTo>
                  <a:lnTo>
                    <a:pt x="1181565" y="0"/>
                  </a:lnTo>
                  <a:cubicBezTo>
                    <a:pt x="1198912" y="0"/>
                    <a:pt x="1215549" y="6891"/>
                    <a:pt x="1227815" y="19157"/>
                  </a:cubicBezTo>
                  <a:cubicBezTo>
                    <a:pt x="1240081" y="31424"/>
                    <a:pt x="1246972" y="48060"/>
                    <a:pt x="1246972" y="65407"/>
                  </a:cubicBezTo>
                  <a:lnTo>
                    <a:pt x="1246972" y="348233"/>
                  </a:lnTo>
                  <a:cubicBezTo>
                    <a:pt x="1246972" y="365580"/>
                    <a:pt x="1240081" y="382217"/>
                    <a:pt x="1227815" y="394483"/>
                  </a:cubicBezTo>
                  <a:cubicBezTo>
                    <a:pt x="1215549" y="406749"/>
                    <a:pt x="1198912" y="413640"/>
                    <a:pt x="1181565" y="413640"/>
                  </a:cubicBezTo>
                  <a:lnTo>
                    <a:pt x="65407" y="413640"/>
                  </a:lnTo>
                  <a:cubicBezTo>
                    <a:pt x="48060" y="413640"/>
                    <a:pt x="31424" y="406749"/>
                    <a:pt x="19157" y="394483"/>
                  </a:cubicBezTo>
                  <a:cubicBezTo>
                    <a:pt x="6891" y="382217"/>
                    <a:pt x="0" y="365580"/>
                    <a:pt x="0" y="348233"/>
                  </a:cubicBezTo>
                  <a:lnTo>
                    <a:pt x="0" y="65407"/>
                  </a:lnTo>
                  <a:cubicBezTo>
                    <a:pt x="0" y="48060"/>
                    <a:pt x="6891" y="31424"/>
                    <a:pt x="19157" y="19157"/>
                  </a:cubicBezTo>
                  <a:cubicBezTo>
                    <a:pt x="31424" y="6891"/>
                    <a:pt x="48060" y="0"/>
                    <a:pt x="65407" y="0"/>
                  </a:cubicBezTo>
                  <a:close/>
                </a:path>
              </a:pathLst>
            </a:custGeom>
            <a:gradFill rotWithShape="1">
              <a:gsLst>
                <a:gs pos="0">
                  <a:srgbClr val="F9F5ED">
                    <a:alpha val="100000"/>
                  </a:srgbClr>
                </a:gs>
                <a:gs pos="100000">
                  <a:srgbClr val="FAF6EE">
                    <a:alpha val="0"/>
                  </a:srgbClr>
                </a:gs>
              </a:gsLst>
              <a:lin ang="0"/>
            </a:gradFill>
          </p:spPr>
        </p:sp>
        <p:sp>
          <p:nvSpPr>
            <p:cNvPr id="15" name="TextBox 15"/>
            <p:cNvSpPr txBox="1"/>
            <p:nvPr/>
          </p:nvSpPr>
          <p:spPr>
            <a:xfrm>
              <a:off x="0" y="-66675"/>
              <a:ext cx="1246972" cy="480315"/>
            </a:xfrm>
            <a:prstGeom prst="rect">
              <a:avLst/>
            </a:prstGeom>
          </p:spPr>
          <p:txBody>
            <a:bodyPr lIns="50800" tIns="50800" rIns="50800" bIns="50800" rtlCol="0" anchor="ctr"/>
            <a:lstStyle/>
            <a:p>
              <a:pPr marL="0" lvl="0" indent="0" algn="ctr">
                <a:lnSpc>
                  <a:spcPts val="2800"/>
                </a:lnSpc>
              </a:pPr>
              <a:endParaRPr/>
            </a:p>
          </p:txBody>
        </p:sp>
      </p:grpSp>
      <p:grpSp>
        <p:nvGrpSpPr>
          <p:cNvPr id="16" name="Group 16"/>
          <p:cNvGrpSpPr/>
          <p:nvPr/>
        </p:nvGrpSpPr>
        <p:grpSpPr>
          <a:xfrm>
            <a:off x="12570462" y="3698496"/>
            <a:ext cx="4734598" cy="834477"/>
            <a:chOff x="0" y="0"/>
            <a:chExt cx="1246972" cy="219780"/>
          </a:xfrm>
        </p:grpSpPr>
        <p:sp>
          <p:nvSpPr>
            <p:cNvPr id="17" name="Freeform 17"/>
            <p:cNvSpPr/>
            <p:nvPr/>
          </p:nvSpPr>
          <p:spPr>
            <a:xfrm>
              <a:off x="0" y="0"/>
              <a:ext cx="1246972" cy="219780"/>
            </a:xfrm>
            <a:custGeom>
              <a:avLst/>
              <a:gdLst/>
              <a:ahLst/>
              <a:cxnLst/>
              <a:rect l="l" t="t" r="r" b="b"/>
              <a:pathLst>
                <a:path w="1246972" h="219780">
                  <a:moveTo>
                    <a:pt x="57231" y="0"/>
                  </a:moveTo>
                  <a:lnTo>
                    <a:pt x="1189741" y="0"/>
                  </a:lnTo>
                  <a:cubicBezTo>
                    <a:pt x="1204920" y="0"/>
                    <a:pt x="1219477" y="6030"/>
                    <a:pt x="1230210" y="16763"/>
                  </a:cubicBezTo>
                  <a:cubicBezTo>
                    <a:pt x="1240943" y="27496"/>
                    <a:pt x="1246972" y="42053"/>
                    <a:pt x="1246972" y="57231"/>
                  </a:cubicBezTo>
                  <a:lnTo>
                    <a:pt x="1246972" y="162549"/>
                  </a:lnTo>
                  <a:cubicBezTo>
                    <a:pt x="1246972" y="177727"/>
                    <a:pt x="1240943" y="192284"/>
                    <a:pt x="1230210" y="203017"/>
                  </a:cubicBezTo>
                  <a:cubicBezTo>
                    <a:pt x="1219477" y="213750"/>
                    <a:pt x="1204920" y="219780"/>
                    <a:pt x="1189741" y="219780"/>
                  </a:cubicBezTo>
                  <a:lnTo>
                    <a:pt x="57231" y="219780"/>
                  </a:lnTo>
                  <a:cubicBezTo>
                    <a:pt x="42053" y="219780"/>
                    <a:pt x="27496" y="213750"/>
                    <a:pt x="16763" y="203017"/>
                  </a:cubicBezTo>
                  <a:cubicBezTo>
                    <a:pt x="6030" y="192284"/>
                    <a:pt x="0" y="177727"/>
                    <a:pt x="0" y="162549"/>
                  </a:cubicBezTo>
                  <a:lnTo>
                    <a:pt x="0" y="57231"/>
                  </a:lnTo>
                  <a:cubicBezTo>
                    <a:pt x="0" y="42053"/>
                    <a:pt x="6030" y="27496"/>
                    <a:pt x="16763" y="16763"/>
                  </a:cubicBezTo>
                  <a:cubicBezTo>
                    <a:pt x="27496" y="6030"/>
                    <a:pt x="42053" y="0"/>
                    <a:pt x="57231" y="0"/>
                  </a:cubicBezTo>
                  <a:close/>
                </a:path>
              </a:pathLst>
            </a:custGeom>
            <a:gradFill rotWithShape="1">
              <a:gsLst>
                <a:gs pos="0">
                  <a:srgbClr val="713784">
                    <a:alpha val="100000"/>
                  </a:srgbClr>
                </a:gs>
                <a:gs pos="100000">
                  <a:srgbClr val="A159B8">
                    <a:alpha val="100000"/>
                  </a:srgbClr>
                </a:gs>
              </a:gsLst>
              <a:lin ang="5400000"/>
            </a:gradFill>
            <a:ln cap="rnd">
              <a:noFill/>
              <a:prstDash val="solid"/>
              <a:round/>
            </a:ln>
          </p:spPr>
        </p:sp>
        <p:sp>
          <p:nvSpPr>
            <p:cNvPr id="18" name="TextBox 18"/>
            <p:cNvSpPr txBox="1"/>
            <p:nvPr/>
          </p:nvSpPr>
          <p:spPr>
            <a:xfrm>
              <a:off x="0" y="-66675"/>
              <a:ext cx="1246972" cy="286455"/>
            </a:xfrm>
            <a:prstGeom prst="rect">
              <a:avLst/>
            </a:prstGeom>
          </p:spPr>
          <p:txBody>
            <a:bodyPr lIns="50800" tIns="50800" rIns="50800" bIns="50800" rtlCol="0" anchor="ctr"/>
            <a:lstStyle/>
            <a:p>
              <a:pPr marL="0" lvl="0" indent="0" algn="ctr">
                <a:lnSpc>
                  <a:spcPts val="2800"/>
                </a:lnSpc>
              </a:pPr>
              <a:endParaRPr/>
            </a:p>
          </p:txBody>
        </p:sp>
      </p:grpSp>
      <p:grpSp>
        <p:nvGrpSpPr>
          <p:cNvPr id="19" name="Group 19"/>
          <p:cNvGrpSpPr/>
          <p:nvPr/>
        </p:nvGrpSpPr>
        <p:grpSpPr>
          <a:xfrm>
            <a:off x="7652824" y="7687759"/>
            <a:ext cx="4734598" cy="1570541"/>
            <a:chOff x="0" y="0"/>
            <a:chExt cx="1246972" cy="413640"/>
          </a:xfrm>
        </p:grpSpPr>
        <p:sp>
          <p:nvSpPr>
            <p:cNvPr id="20" name="Freeform 20"/>
            <p:cNvSpPr/>
            <p:nvPr/>
          </p:nvSpPr>
          <p:spPr>
            <a:xfrm>
              <a:off x="0" y="0"/>
              <a:ext cx="1246972" cy="413640"/>
            </a:xfrm>
            <a:custGeom>
              <a:avLst/>
              <a:gdLst/>
              <a:ahLst/>
              <a:cxnLst/>
              <a:rect l="l" t="t" r="r" b="b"/>
              <a:pathLst>
                <a:path w="1246972" h="413640">
                  <a:moveTo>
                    <a:pt x="65407" y="0"/>
                  </a:moveTo>
                  <a:lnTo>
                    <a:pt x="1181565" y="0"/>
                  </a:lnTo>
                  <a:cubicBezTo>
                    <a:pt x="1198912" y="0"/>
                    <a:pt x="1215549" y="6891"/>
                    <a:pt x="1227815" y="19157"/>
                  </a:cubicBezTo>
                  <a:cubicBezTo>
                    <a:pt x="1240081" y="31424"/>
                    <a:pt x="1246972" y="48060"/>
                    <a:pt x="1246972" y="65407"/>
                  </a:cubicBezTo>
                  <a:lnTo>
                    <a:pt x="1246972" y="348233"/>
                  </a:lnTo>
                  <a:cubicBezTo>
                    <a:pt x="1246972" y="365580"/>
                    <a:pt x="1240081" y="382217"/>
                    <a:pt x="1227815" y="394483"/>
                  </a:cubicBezTo>
                  <a:cubicBezTo>
                    <a:pt x="1215549" y="406749"/>
                    <a:pt x="1198912" y="413640"/>
                    <a:pt x="1181565" y="413640"/>
                  </a:cubicBezTo>
                  <a:lnTo>
                    <a:pt x="65407" y="413640"/>
                  </a:lnTo>
                  <a:cubicBezTo>
                    <a:pt x="48060" y="413640"/>
                    <a:pt x="31424" y="406749"/>
                    <a:pt x="19157" y="394483"/>
                  </a:cubicBezTo>
                  <a:cubicBezTo>
                    <a:pt x="6891" y="382217"/>
                    <a:pt x="0" y="365580"/>
                    <a:pt x="0" y="348233"/>
                  </a:cubicBezTo>
                  <a:lnTo>
                    <a:pt x="0" y="65407"/>
                  </a:lnTo>
                  <a:cubicBezTo>
                    <a:pt x="0" y="48060"/>
                    <a:pt x="6891" y="31424"/>
                    <a:pt x="19157" y="19157"/>
                  </a:cubicBezTo>
                  <a:cubicBezTo>
                    <a:pt x="31424" y="6891"/>
                    <a:pt x="48060" y="0"/>
                    <a:pt x="65407" y="0"/>
                  </a:cubicBezTo>
                  <a:close/>
                </a:path>
              </a:pathLst>
            </a:custGeom>
            <a:gradFill rotWithShape="1">
              <a:gsLst>
                <a:gs pos="0">
                  <a:srgbClr val="F9F5ED">
                    <a:alpha val="100000"/>
                  </a:srgbClr>
                </a:gs>
                <a:gs pos="100000">
                  <a:srgbClr val="FAF6EE">
                    <a:alpha val="0"/>
                  </a:srgbClr>
                </a:gs>
              </a:gsLst>
              <a:lin ang="0"/>
            </a:gradFill>
          </p:spPr>
        </p:sp>
        <p:sp>
          <p:nvSpPr>
            <p:cNvPr id="21" name="TextBox 21"/>
            <p:cNvSpPr txBox="1"/>
            <p:nvPr/>
          </p:nvSpPr>
          <p:spPr>
            <a:xfrm>
              <a:off x="0" y="-66675"/>
              <a:ext cx="1246972" cy="480315"/>
            </a:xfrm>
            <a:prstGeom prst="rect">
              <a:avLst/>
            </a:prstGeom>
          </p:spPr>
          <p:txBody>
            <a:bodyPr lIns="50800" tIns="50800" rIns="50800" bIns="50800" rtlCol="0" anchor="ctr"/>
            <a:lstStyle/>
            <a:p>
              <a:pPr marL="0" lvl="0" indent="0" algn="ctr">
                <a:lnSpc>
                  <a:spcPts val="2800"/>
                </a:lnSpc>
              </a:pPr>
              <a:endParaRPr/>
            </a:p>
          </p:txBody>
        </p:sp>
      </p:grpSp>
      <p:grpSp>
        <p:nvGrpSpPr>
          <p:cNvPr id="22" name="Group 22"/>
          <p:cNvGrpSpPr/>
          <p:nvPr/>
        </p:nvGrpSpPr>
        <p:grpSpPr>
          <a:xfrm>
            <a:off x="7652824" y="6687948"/>
            <a:ext cx="4734598" cy="834477"/>
            <a:chOff x="0" y="0"/>
            <a:chExt cx="1246972" cy="219780"/>
          </a:xfrm>
        </p:grpSpPr>
        <p:sp>
          <p:nvSpPr>
            <p:cNvPr id="23" name="Freeform 23"/>
            <p:cNvSpPr/>
            <p:nvPr/>
          </p:nvSpPr>
          <p:spPr>
            <a:xfrm>
              <a:off x="0" y="0"/>
              <a:ext cx="1246972" cy="219780"/>
            </a:xfrm>
            <a:custGeom>
              <a:avLst/>
              <a:gdLst/>
              <a:ahLst/>
              <a:cxnLst/>
              <a:rect l="l" t="t" r="r" b="b"/>
              <a:pathLst>
                <a:path w="1246972" h="219780">
                  <a:moveTo>
                    <a:pt x="57231" y="0"/>
                  </a:moveTo>
                  <a:lnTo>
                    <a:pt x="1189741" y="0"/>
                  </a:lnTo>
                  <a:cubicBezTo>
                    <a:pt x="1204920" y="0"/>
                    <a:pt x="1219477" y="6030"/>
                    <a:pt x="1230210" y="16763"/>
                  </a:cubicBezTo>
                  <a:cubicBezTo>
                    <a:pt x="1240943" y="27496"/>
                    <a:pt x="1246972" y="42053"/>
                    <a:pt x="1246972" y="57231"/>
                  </a:cubicBezTo>
                  <a:lnTo>
                    <a:pt x="1246972" y="162549"/>
                  </a:lnTo>
                  <a:cubicBezTo>
                    <a:pt x="1246972" y="177727"/>
                    <a:pt x="1240943" y="192284"/>
                    <a:pt x="1230210" y="203017"/>
                  </a:cubicBezTo>
                  <a:cubicBezTo>
                    <a:pt x="1219477" y="213750"/>
                    <a:pt x="1204920" y="219780"/>
                    <a:pt x="1189741" y="219780"/>
                  </a:cubicBezTo>
                  <a:lnTo>
                    <a:pt x="57231" y="219780"/>
                  </a:lnTo>
                  <a:cubicBezTo>
                    <a:pt x="42053" y="219780"/>
                    <a:pt x="27496" y="213750"/>
                    <a:pt x="16763" y="203017"/>
                  </a:cubicBezTo>
                  <a:cubicBezTo>
                    <a:pt x="6030" y="192284"/>
                    <a:pt x="0" y="177727"/>
                    <a:pt x="0" y="162549"/>
                  </a:cubicBezTo>
                  <a:lnTo>
                    <a:pt x="0" y="57231"/>
                  </a:lnTo>
                  <a:cubicBezTo>
                    <a:pt x="0" y="42053"/>
                    <a:pt x="6030" y="27496"/>
                    <a:pt x="16763" y="16763"/>
                  </a:cubicBezTo>
                  <a:cubicBezTo>
                    <a:pt x="27496" y="6030"/>
                    <a:pt x="42053" y="0"/>
                    <a:pt x="57231" y="0"/>
                  </a:cubicBezTo>
                  <a:close/>
                </a:path>
              </a:pathLst>
            </a:custGeom>
            <a:gradFill rotWithShape="1">
              <a:gsLst>
                <a:gs pos="0">
                  <a:srgbClr val="713784">
                    <a:alpha val="100000"/>
                  </a:srgbClr>
                </a:gs>
                <a:gs pos="100000">
                  <a:srgbClr val="A159B8">
                    <a:alpha val="100000"/>
                  </a:srgbClr>
                </a:gs>
              </a:gsLst>
              <a:lin ang="5400000"/>
            </a:gradFill>
            <a:ln cap="rnd">
              <a:noFill/>
              <a:prstDash val="solid"/>
              <a:round/>
            </a:ln>
          </p:spPr>
        </p:sp>
        <p:sp>
          <p:nvSpPr>
            <p:cNvPr id="24" name="TextBox 24"/>
            <p:cNvSpPr txBox="1"/>
            <p:nvPr/>
          </p:nvSpPr>
          <p:spPr>
            <a:xfrm>
              <a:off x="0" y="-66675"/>
              <a:ext cx="1246972" cy="286455"/>
            </a:xfrm>
            <a:prstGeom prst="rect">
              <a:avLst/>
            </a:prstGeom>
          </p:spPr>
          <p:txBody>
            <a:bodyPr lIns="50800" tIns="50800" rIns="50800" bIns="50800" rtlCol="0" anchor="ctr"/>
            <a:lstStyle/>
            <a:p>
              <a:pPr marL="0" lvl="0" indent="0" algn="ctr">
                <a:lnSpc>
                  <a:spcPts val="2800"/>
                </a:lnSpc>
              </a:pPr>
              <a:endParaRPr/>
            </a:p>
          </p:txBody>
        </p:sp>
      </p:grpSp>
      <p:grpSp>
        <p:nvGrpSpPr>
          <p:cNvPr id="25" name="Group 25"/>
          <p:cNvGrpSpPr/>
          <p:nvPr/>
        </p:nvGrpSpPr>
        <p:grpSpPr>
          <a:xfrm>
            <a:off x="12570462" y="7687759"/>
            <a:ext cx="4734598" cy="1570541"/>
            <a:chOff x="0" y="0"/>
            <a:chExt cx="1246972" cy="413640"/>
          </a:xfrm>
        </p:grpSpPr>
        <p:sp>
          <p:nvSpPr>
            <p:cNvPr id="26" name="Freeform 26"/>
            <p:cNvSpPr/>
            <p:nvPr/>
          </p:nvSpPr>
          <p:spPr>
            <a:xfrm>
              <a:off x="0" y="0"/>
              <a:ext cx="1246972" cy="413640"/>
            </a:xfrm>
            <a:custGeom>
              <a:avLst/>
              <a:gdLst/>
              <a:ahLst/>
              <a:cxnLst/>
              <a:rect l="l" t="t" r="r" b="b"/>
              <a:pathLst>
                <a:path w="1246972" h="413640">
                  <a:moveTo>
                    <a:pt x="65407" y="0"/>
                  </a:moveTo>
                  <a:lnTo>
                    <a:pt x="1181565" y="0"/>
                  </a:lnTo>
                  <a:cubicBezTo>
                    <a:pt x="1198912" y="0"/>
                    <a:pt x="1215549" y="6891"/>
                    <a:pt x="1227815" y="19157"/>
                  </a:cubicBezTo>
                  <a:cubicBezTo>
                    <a:pt x="1240081" y="31424"/>
                    <a:pt x="1246972" y="48060"/>
                    <a:pt x="1246972" y="65407"/>
                  </a:cubicBezTo>
                  <a:lnTo>
                    <a:pt x="1246972" y="348233"/>
                  </a:lnTo>
                  <a:cubicBezTo>
                    <a:pt x="1246972" y="365580"/>
                    <a:pt x="1240081" y="382217"/>
                    <a:pt x="1227815" y="394483"/>
                  </a:cubicBezTo>
                  <a:cubicBezTo>
                    <a:pt x="1215549" y="406749"/>
                    <a:pt x="1198912" y="413640"/>
                    <a:pt x="1181565" y="413640"/>
                  </a:cubicBezTo>
                  <a:lnTo>
                    <a:pt x="65407" y="413640"/>
                  </a:lnTo>
                  <a:cubicBezTo>
                    <a:pt x="48060" y="413640"/>
                    <a:pt x="31424" y="406749"/>
                    <a:pt x="19157" y="394483"/>
                  </a:cubicBezTo>
                  <a:cubicBezTo>
                    <a:pt x="6891" y="382217"/>
                    <a:pt x="0" y="365580"/>
                    <a:pt x="0" y="348233"/>
                  </a:cubicBezTo>
                  <a:lnTo>
                    <a:pt x="0" y="65407"/>
                  </a:lnTo>
                  <a:cubicBezTo>
                    <a:pt x="0" y="48060"/>
                    <a:pt x="6891" y="31424"/>
                    <a:pt x="19157" y="19157"/>
                  </a:cubicBezTo>
                  <a:cubicBezTo>
                    <a:pt x="31424" y="6891"/>
                    <a:pt x="48060" y="0"/>
                    <a:pt x="65407" y="0"/>
                  </a:cubicBezTo>
                  <a:close/>
                </a:path>
              </a:pathLst>
            </a:custGeom>
            <a:gradFill rotWithShape="1">
              <a:gsLst>
                <a:gs pos="0">
                  <a:srgbClr val="F9F5ED">
                    <a:alpha val="100000"/>
                  </a:srgbClr>
                </a:gs>
                <a:gs pos="100000">
                  <a:srgbClr val="FAF6EE">
                    <a:alpha val="0"/>
                  </a:srgbClr>
                </a:gs>
              </a:gsLst>
              <a:lin ang="0"/>
            </a:gradFill>
          </p:spPr>
        </p:sp>
        <p:sp>
          <p:nvSpPr>
            <p:cNvPr id="27" name="TextBox 27"/>
            <p:cNvSpPr txBox="1"/>
            <p:nvPr/>
          </p:nvSpPr>
          <p:spPr>
            <a:xfrm>
              <a:off x="0" y="-66675"/>
              <a:ext cx="1246972" cy="480315"/>
            </a:xfrm>
            <a:prstGeom prst="rect">
              <a:avLst/>
            </a:prstGeom>
          </p:spPr>
          <p:txBody>
            <a:bodyPr lIns="50800" tIns="50800" rIns="50800" bIns="50800" rtlCol="0" anchor="ctr"/>
            <a:lstStyle/>
            <a:p>
              <a:pPr marL="0" lvl="0" indent="0" algn="ctr">
                <a:lnSpc>
                  <a:spcPts val="2800"/>
                </a:lnSpc>
              </a:pPr>
              <a:endParaRPr/>
            </a:p>
          </p:txBody>
        </p:sp>
      </p:grpSp>
      <p:grpSp>
        <p:nvGrpSpPr>
          <p:cNvPr id="28" name="Group 28"/>
          <p:cNvGrpSpPr/>
          <p:nvPr/>
        </p:nvGrpSpPr>
        <p:grpSpPr>
          <a:xfrm>
            <a:off x="12570462" y="6687948"/>
            <a:ext cx="4734598" cy="834477"/>
            <a:chOff x="0" y="0"/>
            <a:chExt cx="1246972" cy="219780"/>
          </a:xfrm>
        </p:grpSpPr>
        <p:sp>
          <p:nvSpPr>
            <p:cNvPr id="29" name="Freeform 29"/>
            <p:cNvSpPr/>
            <p:nvPr/>
          </p:nvSpPr>
          <p:spPr>
            <a:xfrm>
              <a:off x="0" y="0"/>
              <a:ext cx="1246972" cy="219780"/>
            </a:xfrm>
            <a:custGeom>
              <a:avLst/>
              <a:gdLst/>
              <a:ahLst/>
              <a:cxnLst/>
              <a:rect l="l" t="t" r="r" b="b"/>
              <a:pathLst>
                <a:path w="1246972" h="219780">
                  <a:moveTo>
                    <a:pt x="57231" y="0"/>
                  </a:moveTo>
                  <a:lnTo>
                    <a:pt x="1189741" y="0"/>
                  </a:lnTo>
                  <a:cubicBezTo>
                    <a:pt x="1204920" y="0"/>
                    <a:pt x="1219477" y="6030"/>
                    <a:pt x="1230210" y="16763"/>
                  </a:cubicBezTo>
                  <a:cubicBezTo>
                    <a:pt x="1240943" y="27496"/>
                    <a:pt x="1246972" y="42053"/>
                    <a:pt x="1246972" y="57231"/>
                  </a:cubicBezTo>
                  <a:lnTo>
                    <a:pt x="1246972" y="162549"/>
                  </a:lnTo>
                  <a:cubicBezTo>
                    <a:pt x="1246972" y="177727"/>
                    <a:pt x="1240943" y="192284"/>
                    <a:pt x="1230210" y="203017"/>
                  </a:cubicBezTo>
                  <a:cubicBezTo>
                    <a:pt x="1219477" y="213750"/>
                    <a:pt x="1204920" y="219780"/>
                    <a:pt x="1189741" y="219780"/>
                  </a:cubicBezTo>
                  <a:lnTo>
                    <a:pt x="57231" y="219780"/>
                  </a:lnTo>
                  <a:cubicBezTo>
                    <a:pt x="42053" y="219780"/>
                    <a:pt x="27496" y="213750"/>
                    <a:pt x="16763" y="203017"/>
                  </a:cubicBezTo>
                  <a:cubicBezTo>
                    <a:pt x="6030" y="192284"/>
                    <a:pt x="0" y="177727"/>
                    <a:pt x="0" y="162549"/>
                  </a:cubicBezTo>
                  <a:lnTo>
                    <a:pt x="0" y="57231"/>
                  </a:lnTo>
                  <a:cubicBezTo>
                    <a:pt x="0" y="42053"/>
                    <a:pt x="6030" y="27496"/>
                    <a:pt x="16763" y="16763"/>
                  </a:cubicBezTo>
                  <a:cubicBezTo>
                    <a:pt x="27496" y="6030"/>
                    <a:pt x="42053" y="0"/>
                    <a:pt x="57231" y="0"/>
                  </a:cubicBezTo>
                  <a:close/>
                </a:path>
              </a:pathLst>
            </a:custGeom>
            <a:gradFill rotWithShape="1">
              <a:gsLst>
                <a:gs pos="0">
                  <a:srgbClr val="426CC2">
                    <a:alpha val="100000"/>
                  </a:srgbClr>
                </a:gs>
                <a:gs pos="100000">
                  <a:srgbClr val="173268">
                    <a:alpha val="100000"/>
                  </a:srgbClr>
                </a:gs>
              </a:gsLst>
              <a:lin ang="5400000"/>
            </a:gradFill>
            <a:ln cap="rnd">
              <a:noFill/>
              <a:prstDash val="solid"/>
              <a:round/>
            </a:ln>
          </p:spPr>
        </p:sp>
        <p:sp>
          <p:nvSpPr>
            <p:cNvPr id="30" name="TextBox 30"/>
            <p:cNvSpPr txBox="1"/>
            <p:nvPr/>
          </p:nvSpPr>
          <p:spPr>
            <a:xfrm>
              <a:off x="0" y="-66675"/>
              <a:ext cx="1246972" cy="286455"/>
            </a:xfrm>
            <a:prstGeom prst="rect">
              <a:avLst/>
            </a:prstGeom>
          </p:spPr>
          <p:txBody>
            <a:bodyPr lIns="50800" tIns="50800" rIns="50800" bIns="50800" rtlCol="0" anchor="ctr"/>
            <a:lstStyle/>
            <a:p>
              <a:pPr marL="0" lvl="0" indent="0" algn="ctr">
                <a:lnSpc>
                  <a:spcPts val="2800"/>
                </a:lnSpc>
              </a:pPr>
              <a:endParaRPr/>
            </a:p>
          </p:txBody>
        </p:sp>
      </p:grpSp>
      <p:grpSp>
        <p:nvGrpSpPr>
          <p:cNvPr id="31" name="Group 31"/>
          <p:cNvGrpSpPr/>
          <p:nvPr/>
        </p:nvGrpSpPr>
        <p:grpSpPr>
          <a:xfrm>
            <a:off x="1028700" y="6547207"/>
            <a:ext cx="6185974" cy="2711093"/>
            <a:chOff x="0" y="0"/>
            <a:chExt cx="1049514" cy="459965"/>
          </a:xfrm>
        </p:grpSpPr>
        <p:sp>
          <p:nvSpPr>
            <p:cNvPr id="32" name="Freeform 32"/>
            <p:cNvSpPr/>
            <p:nvPr/>
          </p:nvSpPr>
          <p:spPr>
            <a:xfrm>
              <a:off x="0" y="0"/>
              <a:ext cx="1049514" cy="459965"/>
            </a:xfrm>
            <a:custGeom>
              <a:avLst/>
              <a:gdLst/>
              <a:ahLst/>
              <a:cxnLst/>
              <a:rect l="l" t="t" r="r" b="b"/>
              <a:pathLst>
                <a:path w="1049514" h="459965">
                  <a:moveTo>
                    <a:pt x="50061" y="0"/>
                  </a:moveTo>
                  <a:lnTo>
                    <a:pt x="999453" y="0"/>
                  </a:lnTo>
                  <a:cubicBezTo>
                    <a:pt x="1012730" y="0"/>
                    <a:pt x="1025463" y="5274"/>
                    <a:pt x="1034851" y="14663"/>
                  </a:cubicBezTo>
                  <a:cubicBezTo>
                    <a:pt x="1044240" y="24051"/>
                    <a:pt x="1049514" y="36784"/>
                    <a:pt x="1049514" y="50061"/>
                  </a:cubicBezTo>
                  <a:lnTo>
                    <a:pt x="1049514" y="409904"/>
                  </a:lnTo>
                  <a:cubicBezTo>
                    <a:pt x="1049514" y="437552"/>
                    <a:pt x="1027101" y="459965"/>
                    <a:pt x="999453" y="459965"/>
                  </a:cubicBezTo>
                  <a:lnTo>
                    <a:pt x="50061" y="459965"/>
                  </a:lnTo>
                  <a:cubicBezTo>
                    <a:pt x="22413" y="459965"/>
                    <a:pt x="0" y="437552"/>
                    <a:pt x="0" y="409904"/>
                  </a:cubicBezTo>
                  <a:lnTo>
                    <a:pt x="0" y="50061"/>
                  </a:lnTo>
                  <a:cubicBezTo>
                    <a:pt x="0" y="22413"/>
                    <a:pt x="22413" y="0"/>
                    <a:pt x="50061" y="0"/>
                  </a:cubicBezTo>
                  <a:close/>
                </a:path>
              </a:pathLst>
            </a:custGeom>
            <a:blipFill>
              <a:blip r:embed="rId4"/>
              <a:stretch>
                <a:fillRect l="-87" r="-87"/>
              </a:stretch>
            </a:blipFill>
          </p:spPr>
        </p:sp>
      </p:grpSp>
      <p:sp>
        <p:nvSpPr>
          <p:cNvPr id="38" name="TextBox 38"/>
          <p:cNvSpPr txBox="1"/>
          <p:nvPr/>
        </p:nvSpPr>
        <p:spPr>
          <a:xfrm>
            <a:off x="1036654" y="2036115"/>
            <a:ext cx="6598106" cy="2857392"/>
          </a:xfrm>
          <a:prstGeom prst="rect">
            <a:avLst/>
          </a:prstGeom>
        </p:spPr>
        <p:txBody>
          <a:bodyPr lIns="0" tIns="0" rIns="0" bIns="0" rtlCol="0" anchor="t">
            <a:spAutoFit/>
          </a:bodyPr>
          <a:lstStyle/>
          <a:p>
            <a:pPr marL="0" lvl="0" indent="0" algn="l">
              <a:lnSpc>
                <a:spcPts val="10792"/>
              </a:lnSpc>
            </a:pPr>
            <a:r>
              <a:rPr lang="en-US" sz="9992">
                <a:gradFill>
                  <a:gsLst>
                    <a:gs pos="0">
                      <a:srgbClr val="426CC2">
                        <a:alpha val="100000"/>
                      </a:srgbClr>
                    </a:gs>
                    <a:gs pos="100000">
                      <a:srgbClr val="173268">
                        <a:alpha val="100000"/>
                      </a:srgbClr>
                    </a:gs>
                  </a:gsLst>
                  <a:lin ang="5400000"/>
                </a:gradFill>
                <a:latin typeface="Poppins"/>
                <a:ea typeface="Poppins"/>
                <a:cs typeface="Poppins"/>
                <a:sym typeface="Poppins"/>
              </a:rPr>
              <a:t>Project</a:t>
            </a:r>
          </a:p>
          <a:p>
            <a:pPr marL="0" lvl="0" indent="0" algn="l">
              <a:lnSpc>
                <a:spcPts val="10792"/>
              </a:lnSpc>
            </a:pPr>
            <a:r>
              <a:rPr lang="en-US" sz="9992">
                <a:gradFill>
                  <a:gsLst>
                    <a:gs pos="0">
                      <a:srgbClr val="426CC2">
                        <a:alpha val="100000"/>
                      </a:srgbClr>
                    </a:gs>
                    <a:gs pos="100000">
                      <a:srgbClr val="173268">
                        <a:alpha val="100000"/>
                      </a:srgbClr>
                    </a:gs>
                  </a:gsLst>
                  <a:lin ang="5400000"/>
                </a:gradFill>
                <a:latin typeface="Poppins"/>
                <a:ea typeface="Poppins"/>
                <a:cs typeface="Poppins"/>
                <a:sym typeface="Poppins"/>
              </a:rPr>
              <a:t>Modules</a:t>
            </a:r>
          </a:p>
        </p:txBody>
      </p:sp>
      <p:sp>
        <p:nvSpPr>
          <p:cNvPr id="39" name="TextBox 39"/>
          <p:cNvSpPr txBox="1"/>
          <p:nvPr/>
        </p:nvSpPr>
        <p:spPr>
          <a:xfrm>
            <a:off x="1028700" y="4466354"/>
            <a:ext cx="6606060" cy="1803580"/>
          </a:xfrm>
          <a:prstGeom prst="rect">
            <a:avLst/>
          </a:prstGeom>
        </p:spPr>
        <p:txBody>
          <a:bodyPr lIns="0" tIns="0" rIns="0" bIns="0" rtlCol="0" anchor="t">
            <a:spAutoFit/>
          </a:bodyPr>
          <a:lstStyle/>
          <a:p>
            <a:pPr marL="0" lvl="0" indent="0" algn="l">
              <a:lnSpc>
                <a:spcPts val="13990"/>
              </a:lnSpc>
              <a:spcBef>
                <a:spcPct val="0"/>
              </a:spcBef>
            </a:pPr>
            <a:r>
              <a:rPr lang="en-US" sz="9992" b="1">
                <a:gradFill>
                  <a:gsLst>
                    <a:gs pos="0">
                      <a:srgbClr val="713784">
                        <a:alpha val="100000"/>
                      </a:srgbClr>
                    </a:gs>
                    <a:gs pos="100000">
                      <a:srgbClr val="A159B8">
                        <a:alpha val="100000"/>
                      </a:srgbClr>
                    </a:gs>
                  </a:gsLst>
                  <a:lin ang="5400000"/>
                </a:gradFill>
                <a:latin typeface="Poppins Bold"/>
                <a:ea typeface="Poppins Bold"/>
                <a:cs typeface="Poppins Bold"/>
                <a:sym typeface="Poppins Bold"/>
              </a:rPr>
              <a:t>Overview</a:t>
            </a:r>
          </a:p>
        </p:txBody>
      </p:sp>
      <p:sp>
        <p:nvSpPr>
          <p:cNvPr id="40" name="TextBox 40"/>
          <p:cNvSpPr txBox="1"/>
          <p:nvPr/>
        </p:nvSpPr>
        <p:spPr>
          <a:xfrm>
            <a:off x="7906367" y="4903823"/>
            <a:ext cx="4227510" cy="726706"/>
          </a:xfrm>
          <a:prstGeom prst="rect">
            <a:avLst/>
          </a:prstGeom>
        </p:spPr>
        <p:txBody>
          <a:bodyPr lIns="0" tIns="0" rIns="0" bIns="0" rtlCol="0" anchor="t">
            <a:spAutoFit/>
          </a:bodyPr>
          <a:lstStyle/>
          <a:p>
            <a:pPr marL="0" lvl="0" indent="0" algn="just">
              <a:lnSpc>
                <a:spcPts val="1945"/>
              </a:lnSpc>
              <a:spcBef>
                <a:spcPct val="0"/>
              </a:spcBef>
            </a:pPr>
            <a:r>
              <a:rPr lang="en-US" sz="1389">
                <a:solidFill>
                  <a:srgbClr val="3B3B3B"/>
                </a:solidFill>
                <a:latin typeface="Poppins"/>
                <a:ea typeface="Poppins"/>
                <a:cs typeface="Poppins"/>
                <a:sym typeface="Poppins"/>
              </a:rPr>
              <a:t>Registration &amp; Login, Attend Exams, View Results, Performance History, Individual Feedback Reports.</a:t>
            </a:r>
          </a:p>
        </p:txBody>
      </p:sp>
      <p:sp>
        <p:nvSpPr>
          <p:cNvPr id="41" name="TextBox 41"/>
          <p:cNvSpPr txBox="1"/>
          <p:nvPr/>
        </p:nvSpPr>
        <p:spPr>
          <a:xfrm>
            <a:off x="8154877" y="3906271"/>
            <a:ext cx="3730491" cy="308308"/>
          </a:xfrm>
          <a:prstGeom prst="rect">
            <a:avLst/>
          </a:prstGeom>
        </p:spPr>
        <p:txBody>
          <a:bodyPr lIns="0" tIns="0" rIns="0" bIns="0" rtlCol="0" anchor="t">
            <a:spAutoFit/>
          </a:bodyPr>
          <a:lstStyle/>
          <a:p>
            <a:pPr marL="0" lvl="0" indent="0" algn="just">
              <a:lnSpc>
                <a:spcPts val="2431"/>
              </a:lnSpc>
              <a:spcBef>
                <a:spcPct val="0"/>
              </a:spcBef>
            </a:pPr>
            <a:r>
              <a:rPr lang="en-US" sz="1736" b="1">
                <a:solidFill>
                  <a:srgbClr val="FFFFFF"/>
                </a:solidFill>
                <a:latin typeface="Poppins Bold"/>
                <a:ea typeface="Poppins Bold"/>
                <a:cs typeface="Poppins Bold"/>
                <a:sym typeface="Poppins Bold"/>
              </a:rPr>
              <a:t>Student Module</a:t>
            </a:r>
          </a:p>
        </p:txBody>
      </p:sp>
      <p:sp>
        <p:nvSpPr>
          <p:cNvPr id="42" name="TextBox 42"/>
          <p:cNvSpPr txBox="1"/>
          <p:nvPr/>
        </p:nvSpPr>
        <p:spPr>
          <a:xfrm>
            <a:off x="12824006" y="4903823"/>
            <a:ext cx="4227510" cy="726706"/>
          </a:xfrm>
          <a:prstGeom prst="rect">
            <a:avLst/>
          </a:prstGeom>
        </p:spPr>
        <p:txBody>
          <a:bodyPr lIns="0" tIns="0" rIns="0" bIns="0" rtlCol="0" anchor="t">
            <a:spAutoFit/>
          </a:bodyPr>
          <a:lstStyle/>
          <a:p>
            <a:pPr marL="0" lvl="0" indent="0" algn="just">
              <a:lnSpc>
                <a:spcPts val="1945"/>
              </a:lnSpc>
              <a:spcBef>
                <a:spcPct val="0"/>
              </a:spcBef>
            </a:pPr>
            <a:r>
              <a:rPr lang="en-US" sz="1389">
                <a:solidFill>
                  <a:srgbClr val="3B3B3B"/>
                </a:solidFill>
                <a:latin typeface="Poppins"/>
                <a:ea typeface="Poppins"/>
                <a:cs typeface="Poppins"/>
                <a:sym typeface="Poppins"/>
              </a:rPr>
              <a:t>Create &amp; Schedule Exams, Manage Question Banks, Review Performance, Generate Reports, Monitor Progress.</a:t>
            </a:r>
          </a:p>
        </p:txBody>
      </p:sp>
      <p:sp>
        <p:nvSpPr>
          <p:cNvPr id="43" name="TextBox 43"/>
          <p:cNvSpPr txBox="1"/>
          <p:nvPr/>
        </p:nvSpPr>
        <p:spPr>
          <a:xfrm>
            <a:off x="13072515" y="3906271"/>
            <a:ext cx="3730491" cy="308308"/>
          </a:xfrm>
          <a:prstGeom prst="rect">
            <a:avLst/>
          </a:prstGeom>
        </p:spPr>
        <p:txBody>
          <a:bodyPr lIns="0" tIns="0" rIns="0" bIns="0" rtlCol="0" anchor="t">
            <a:spAutoFit/>
          </a:bodyPr>
          <a:lstStyle/>
          <a:p>
            <a:pPr marL="0" lvl="0" indent="0" algn="just">
              <a:lnSpc>
                <a:spcPts val="2431"/>
              </a:lnSpc>
              <a:spcBef>
                <a:spcPct val="0"/>
              </a:spcBef>
            </a:pPr>
            <a:r>
              <a:rPr lang="en-US" sz="1736" b="1">
                <a:solidFill>
                  <a:srgbClr val="FFFFFF"/>
                </a:solidFill>
                <a:latin typeface="Poppins Bold"/>
                <a:ea typeface="Poppins Bold"/>
                <a:cs typeface="Poppins Bold"/>
                <a:sym typeface="Poppins Bold"/>
              </a:rPr>
              <a:t>Faculty Module</a:t>
            </a:r>
          </a:p>
        </p:txBody>
      </p:sp>
      <p:sp>
        <p:nvSpPr>
          <p:cNvPr id="44" name="TextBox 44"/>
          <p:cNvSpPr txBox="1"/>
          <p:nvPr/>
        </p:nvSpPr>
        <p:spPr>
          <a:xfrm>
            <a:off x="7906367" y="7893275"/>
            <a:ext cx="4227510" cy="726706"/>
          </a:xfrm>
          <a:prstGeom prst="rect">
            <a:avLst/>
          </a:prstGeom>
        </p:spPr>
        <p:txBody>
          <a:bodyPr lIns="0" tIns="0" rIns="0" bIns="0" rtlCol="0" anchor="t">
            <a:spAutoFit/>
          </a:bodyPr>
          <a:lstStyle/>
          <a:p>
            <a:pPr marL="0" lvl="0" indent="0" algn="just">
              <a:lnSpc>
                <a:spcPts val="1945"/>
              </a:lnSpc>
              <a:spcBef>
                <a:spcPct val="0"/>
              </a:spcBef>
            </a:pPr>
            <a:r>
              <a:rPr lang="en-US" sz="1389">
                <a:solidFill>
                  <a:srgbClr val="3B3B3B"/>
                </a:solidFill>
                <a:latin typeface="Poppins"/>
                <a:ea typeface="Poppins"/>
                <a:cs typeface="Poppins"/>
                <a:sym typeface="Poppins"/>
              </a:rPr>
              <a:t>Subject &amp; Topic-wise Analysis, Student Ranking, Score Distribution, Difficulty Analysis, Interactive Dashboard.</a:t>
            </a:r>
          </a:p>
        </p:txBody>
      </p:sp>
      <p:sp>
        <p:nvSpPr>
          <p:cNvPr id="45" name="TextBox 45"/>
          <p:cNvSpPr txBox="1"/>
          <p:nvPr/>
        </p:nvSpPr>
        <p:spPr>
          <a:xfrm>
            <a:off x="8154877" y="6895723"/>
            <a:ext cx="3730491" cy="308308"/>
          </a:xfrm>
          <a:prstGeom prst="rect">
            <a:avLst/>
          </a:prstGeom>
        </p:spPr>
        <p:txBody>
          <a:bodyPr lIns="0" tIns="0" rIns="0" bIns="0" rtlCol="0" anchor="t">
            <a:spAutoFit/>
          </a:bodyPr>
          <a:lstStyle/>
          <a:p>
            <a:pPr marL="0" lvl="0" indent="0" algn="just">
              <a:lnSpc>
                <a:spcPts val="2431"/>
              </a:lnSpc>
              <a:spcBef>
                <a:spcPct val="0"/>
              </a:spcBef>
            </a:pPr>
            <a:r>
              <a:rPr lang="en-US" sz="1736" b="1">
                <a:solidFill>
                  <a:srgbClr val="FFFFFF"/>
                </a:solidFill>
                <a:latin typeface="Poppins Bold"/>
                <a:ea typeface="Poppins Bold"/>
                <a:cs typeface="Poppins Bold"/>
                <a:sym typeface="Poppins Bold"/>
              </a:rPr>
              <a:t>Analytics Module</a:t>
            </a:r>
          </a:p>
        </p:txBody>
      </p:sp>
      <p:sp>
        <p:nvSpPr>
          <p:cNvPr id="46" name="TextBox 46"/>
          <p:cNvSpPr txBox="1"/>
          <p:nvPr/>
        </p:nvSpPr>
        <p:spPr>
          <a:xfrm>
            <a:off x="12824006" y="7893275"/>
            <a:ext cx="4227510" cy="726706"/>
          </a:xfrm>
          <a:prstGeom prst="rect">
            <a:avLst/>
          </a:prstGeom>
        </p:spPr>
        <p:txBody>
          <a:bodyPr lIns="0" tIns="0" rIns="0" bIns="0" rtlCol="0" anchor="t">
            <a:spAutoFit/>
          </a:bodyPr>
          <a:lstStyle/>
          <a:p>
            <a:pPr marL="0" lvl="0" indent="0" algn="just">
              <a:lnSpc>
                <a:spcPts val="1945"/>
              </a:lnSpc>
              <a:spcBef>
                <a:spcPct val="0"/>
              </a:spcBef>
            </a:pPr>
            <a:r>
              <a:rPr lang="en-US" sz="1389">
                <a:solidFill>
                  <a:srgbClr val="3B3B3B"/>
                </a:solidFill>
                <a:latin typeface="Poppins"/>
                <a:ea typeface="Poppins"/>
                <a:cs typeface="Poppins"/>
                <a:sym typeface="Poppins"/>
              </a:rPr>
              <a:t>Automated report generation, data visualization with charts, role-based access control, and real-time performance insights.</a:t>
            </a:r>
          </a:p>
        </p:txBody>
      </p:sp>
      <p:sp>
        <p:nvSpPr>
          <p:cNvPr id="47" name="TextBox 47"/>
          <p:cNvSpPr txBox="1"/>
          <p:nvPr/>
        </p:nvSpPr>
        <p:spPr>
          <a:xfrm>
            <a:off x="13072515" y="6895723"/>
            <a:ext cx="3730491" cy="308308"/>
          </a:xfrm>
          <a:prstGeom prst="rect">
            <a:avLst/>
          </a:prstGeom>
        </p:spPr>
        <p:txBody>
          <a:bodyPr lIns="0" tIns="0" rIns="0" bIns="0" rtlCol="0" anchor="t">
            <a:spAutoFit/>
          </a:bodyPr>
          <a:lstStyle/>
          <a:p>
            <a:pPr marL="0" lvl="0" indent="0" algn="just">
              <a:lnSpc>
                <a:spcPts val="2431"/>
              </a:lnSpc>
              <a:spcBef>
                <a:spcPct val="0"/>
              </a:spcBef>
            </a:pPr>
            <a:r>
              <a:rPr lang="en-US" sz="1736" b="1">
                <a:solidFill>
                  <a:srgbClr val="FFFFFF"/>
                </a:solidFill>
                <a:latin typeface="Poppins Bold"/>
                <a:ea typeface="Poppins Bold"/>
                <a:cs typeface="Poppins Bold"/>
                <a:sym typeface="Poppins Bold"/>
              </a:rPr>
              <a:t>System Features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4ED"/>
        </a:solidFill>
        <a:effectLst/>
      </p:bgPr>
    </p:bg>
    <p:spTree>
      <p:nvGrpSpPr>
        <p:cNvPr id="1" name=""/>
        <p:cNvGrpSpPr/>
        <p:nvPr/>
      </p:nvGrpSpPr>
      <p:grpSpPr>
        <a:xfrm>
          <a:off x="0" y="0"/>
          <a:ext cx="0" cy="0"/>
          <a:chOff x="0" y="0"/>
          <a:chExt cx="0" cy="0"/>
        </a:xfrm>
      </p:grpSpPr>
      <p:sp>
        <p:nvSpPr>
          <p:cNvPr id="2" name="Freeform 2"/>
          <p:cNvSpPr/>
          <p:nvPr/>
        </p:nvSpPr>
        <p:spPr>
          <a:xfrm flipH="1" flipV="1">
            <a:off x="6828091" y="-2436886"/>
            <a:ext cx="9571192" cy="11129293"/>
          </a:xfrm>
          <a:custGeom>
            <a:avLst/>
            <a:gdLst/>
            <a:ahLst/>
            <a:cxnLst/>
            <a:rect l="l" t="t" r="r" b="b"/>
            <a:pathLst>
              <a:path w="9571192" h="11129293">
                <a:moveTo>
                  <a:pt x="9571192" y="11129292"/>
                </a:moveTo>
                <a:lnTo>
                  <a:pt x="0" y="11129292"/>
                </a:lnTo>
                <a:lnTo>
                  <a:pt x="0" y="0"/>
                </a:lnTo>
                <a:lnTo>
                  <a:pt x="9571192" y="0"/>
                </a:lnTo>
                <a:lnTo>
                  <a:pt x="9571192" y="11129292"/>
                </a:lnTo>
                <a:close/>
              </a:path>
            </a:pathLst>
          </a:custGeom>
          <a:blipFill>
            <a:blip r:embed="rId2"/>
            <a:stretch>
              <a:fillRect/>
            </a:stretch>
          </a:blipFill>
        </p:spPr>
      </p:sp>
      <p:grpSp>
        <p:nvGrpSpPr>
          <p:cNvPr id="3" name="Group 3"/>
          <p:cNvGrpSpPr/>
          <p:nvPr/>
        </p:nvGrpSpPr>
        <p:grpSpPr>
          <a:xfrm>
            <a:off x="599183" y="626219"/>
            <a:ext cx="17089633" cy="804962"/>
            <a:chOff x="0" y="0"/>
            <a:chExt cx="8628016" cy="406400"/>
          </a:xfrm>
        </p:grpSpPr>
        <p:sp>
          <p:nvSpPr>
            <p:cNvPr id="4" name="Freeform 4"/>
            <p:cNvSpPr/>
            <p:nvPr/>
          </p:nvSpPr>
          <p:spPr>
            <a:xfrm>
              <a:off x="0" y="0"/>
              <a:ext cx="8628016" cy="406400"/>
            </a:xfrm>
            <a:custGeom>
              <a:avLst/>
              <a:gdLst/>
              <a:ahLst/>
              <a:cxnLst/>
              <a:rect l="l" t="t" r="r" b="b"/>
              <a:pathLst>
                <a:path w="8628016" h="406400">
                  <a:moveTo>
                    <a:pt x="8424816" y="0"/>
                  </a:moveTo>
                  <a:cubicBezTo>
                    <a:pt x="8537040" y="0"/>
                    <a:pt x="8628016" y="90976"/>
                    <a:pt x="8628016" y="203200"/>
                  </a:cubicBezTo>
                  <a:cubicBezTo>
                    <a:pt x="8628016" y="315424"/>
                    <a:pt x="8537040" y="406400"/>
                    <a:pt x="8424816" y="406400"/>
                  </a:cubicBezTo>
                  <a:lnTo>
                    <a:pt x="203200" y="406400"/>
                  </a:lnTo>
                  <a:cubicBezTo>
                    <a:pt x="90976" y="406400"/>
                    <a:pt x="0" y="315424"/>
                    <a:pt x="0" y="203200"/>
                  </a:cubicBezTo>
                  <a:cubicBezTo>
                    <a:pt x="0" y="90976"/>
                    <a:pt x="90976" y="0"/>
                    <a:pt x="203200" y="0"/>
                  </a:cubicBezTo>
                  <a:close/>
                </a:path>
              </a:pathLst>
            </a:custGeom>
            <a:gradFill rotWithShape="1">
              <a:gsLst>
                <a:gs pos="0">
                  <a:srgbClr val="EFEFEF">
                    <a:alpha val="0"/>
                  </a:srgbClr>
                </a:gs>
                <a:gs pos="100000">
                  <a:srgbClr val="EFEFEF">
                    <a:alpha val="100000"/>
                  </a:srgbClr>
                </a:gs>
              </a:gsLst>
              <a:lin ang="5400000"/>
            </a:gradFill>
            <a:ln cap="sq">
              <a:noFill/>
              <a:prstDash val="solid"/>
              <a:miter/>
            </a:ln>
          </p:spPr>
        </p:sp>
        <p:sp>
          <p:nvSpPr>
            <p:cNvPr id="5" name="TextBox 5"/>
            <p:cNvSpPr txBox="1"/>
            <p:nvPr/>
          </p:nvSpPr>
          <p:spPr>
            <a:xfrm>
              <a:off x="0" y="-66675"/>
              <a:ext cx="8628016" cy="473075"/>
            </a:xfrm>
            <a:prstGeom prst="rect">
              <a:avLst/>
            </a:prstGeom>
          </p:spPr>
          <p:txBody>
            <a:bodyPr lIns="50800" tIns="50800" rIns="50800" bIns="50800" rtlCol="0" anchor="ctr"/>
            <a:lstStyle/>
            <a:p>
              <a:pPr marL="0" lvl="0" indent="0" algn="ctr">
                <a:lnSpc>
                  <a:spcPts val="2800"/>
                </a:lnSpc>
              </a:pPr>
              <a:endParaRPr/>
            </a:p>
          </p:txBody>
        </p:sp>
      </p:grpSp>
      <p:sp>
        <p:nvSpPr>
          <p:cNvPr id="6" name="Freeform 6"/>
          <p:cNvSpPr/>
          <p:nvPr/>
        </p:nvSpPr>
        <p:spPr>
          <a:xfrm>
            <a:off x="1028700" y="771584"/>
            <a:ext cx="543215" cy="543215"/>
          </a:xfrm>
          <a:custGeom>
            <a:avLst/>
            <a:gdLst/>
            <a:ahLst/>
            <a:cxnLst/>
            <a:rect l="l" t="t" r="r" b="b"/>
            <a:pathLst>
              <a:path w="543215" h="543215">
                <a:moveTo>
                  <a:pt x="0" y="0"/>
                </a:moveTo>
                <a:lnTo>
                  <a:pt x="543215" y="0"/>
                </a:lnTo>
                <a:lnTo>
                  <a:pt x="543215" y="543215"/>
                </a:lnTo>
                <a:lnTo>
                  <a:pt x="0" y="543215"/>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nvGrpSpPr>
          <p:cNvPr id="10" name="Group 10"/>
          <p:cNvGrpSpPr/>
          <p:nvPr/>
        </p:nvGrpSpPr>
        <p:grpSpPr>
          <a:xfrm>
            <a:off x="9956301" y="2594622"/>
            <a:ext cx="9859437" cy="6495976"/>
            <a:chOff x="0" y="0"/>
            <a:chExt cx="2596724" cy="1710874"/>
          </a:xfrm>
        </p:grpSpPr>
        <p:sp>
          <p:nvSpPr>
            <p:cNvPr id="11" name="Freeform 11"/>
            <p:cNvSpPr/>
            <p:nvPr/>
          </p:nvSpPr>
          <p:spPr>
            <a:xfrm>
              <a:off x="0" y="0"/>
              <a:ext cx="2596724" cy="1710874"/>
            </a:xfrm>
            <a:custGeom>
              <a:avLst/>
              <a:gdLst/>
              <a:ahLst/>
              <a:cxnLst/>
              <a:rect l="l" t="t" r="r" b="b"/>
              <a:pathLst>
                <a:path w="2596724" h="1710874">
                  <a:moveTo>
                    <a:pt x="31409" y="0"/>
                  </a:moveTo>
                  <a:lnTo>
                    <a:pt x="2565315" y="0"/>
                  </a:lnTo>
                  <a:cubicBezTo>
                    <a:pt x="2582662" y="0"/>
                    <a:pt x="2596724" y="14062"/>
                    <a:pt x="2596724" y="31409"/>
                  </a:cubicBezTo>
                  <a:lnTo>
                    <a:pt x="2596724" y="1679465"/>
                  </a:lnTo>
                  <a:cubicBezTo>
                    <a:pt x="2596724" y="1687795"/>
                    <a:pt x="2593415" y="1695784"/>
                    <a:pt x="2587525" y="1701675"/>
                  </a:cubicBezTo>
                  <a:cubicBezTo>
                    <a:pt x="2581634" y="1707565"/>
                    <a:pt x="2573645" y="1710874"/>
                    <a:pt x="2565315" y="1710874"/>
                  </a:cubicBezTo>
                  <a:lnTo>
                    <a:pt x="31409" y="1710874"/>
                  </a:lnTo>
                  <a:cubicBezTo>
                    <a:pt x="14062" y="1710874"/>
                    <a:pt x="0" y="1696812"/>
                    <a:pt x="0" y="1679465"/>
                  </a:cubicBezTo>
                  <a:lnTo>
                    <a:pt x="0" y="31409"/>
                  </a:lnTo>
                  <a:cubicBezTo>
                    <a:pt x="0" y="14062"/>
                    <a:pt x="14062" y="0"/>
                    <a:pt x="31409" y="0"/>
                  </a:cubicBezTo>
                  <a:close/>
                </a:path>
              </a:pathLst>
            </a:custGeom>
            <a:gradFill rotWithShape="1">
              <a:gsLst>
                <a:gs pos="0">
                  <a:srgbClr val="EFEFEF">
                    <a:alpha val="0"/>
                  </a:srgbClr>
                </a:gs>
                <a:gs pos="100000">
                  <a:srgbClr val="EFEFEF">
                    <a:alpha val="100000"/>
                  </a:srgbClr>
                </a:gs>
              </a:gsLst>
              <a:lin ang="5400000"/>
            </a:gradFill>
          </p:spPr>
        </p:sp>
        <p:sp>
          <p:nvSpPr>
            <p:cNvPr id="12" name="TextBox 12"/>
            <p:cNvSpPr txBox="1"/>
            <p:nvPr/>
          </p:nvSpPr>
          <p:spPr>
            <a:xfrm>
              <a:off x="0" y="-66675"/>
              <a:ext cx="2596724" cy="1777549"/>
            </a:xfrm>
            <a:prstGeom prst="rect">
              <a:avLst/>
            </a:prstGeom>
          </p:spPr>
          <p:txBody>
            <a:bodyPr lIns="50800" tIns="50800" rIns="50800" bIns="50800" rtlCol="0" anchor="ctr"/>
            <a:lstStyle/>
            <a:p>
              <a:pPr marL="0" lvl="0" indent="0" algn="ctr">
                <a:lnSpc>
                  <a:spcPts val="2800"/>
                </a:lnSpc>
              </a:pPr>
              <a:endParaRPr/>
            </a:p>
          </p:txBody>
        </p:sp>
      </p:grpSp>
      <p:pic>
        <p:nvPicPr>
          <p:cNvPr id="13" name="Picture 13"/>
          <p:cNvPicPr>
            <a:picLocks noChangeAspect="1"/>
          </p:cNvPicPr>
          <p:nvPr/>
        </p:nvPicPr>
        <p:blipFill>
          <a:blip r:embed="rId4"/>
          <a:stretch>
            <a:fillRect/>
          </a:stretch>
        </p:blipFill>
        <p:spPr>
          <a:xfrm>
            <a:off x="10293359" y="2508574"/>
            <a:ext cx="7430238" cy="6652898"/>
          </a:xfrm>
          <a:prstGeom prst="rect">
            <a:avLst/>
          </a:prstGeom>
        </p:spPr>
      </p:pic>
      <p:grpSp>
        <p:nvGrpSpPr>
          <p:cNvPr id="14" name="Group 14"/>
          <p:cNvGrpSpPr/>
          <p:nvPr/>
        </p:nvGrpSpPr>
        <p:grpSpPr>
          <a:xfrm>
            <a:off x="1506599" y="5947327"/>
            <a:ext cx="2879800" cy="1080930"/>
            <a:chOff x="0" y="0"/>
            <a:chExt cx="758466" cy="284689"/>
          </a:xfrm>
        </p:grpSpPr>
        <p:sp>
          <p:nvSpPr>
            <p:cNvPr id="15" name="Freeform 15"/>
            <p:cNvSpPr/>
            <p:nvPr/>
          </p:nvSpPr>
          <p:spPr>
            <a:xfrm>
              <a:off x="0" y="0"/>
              <a:ext cx="758466" cy="284689"/>
            </a:xfrm>
            <a:custGeom>
              <a:avLst/>
              <a:gdLst/>
              <a:ahLst/>
              <a:cxnLst/>
              <a:rect l="l" t="t" r="r" b="b"/>
              <a:pathLst>
                <a:path w="758466" h="284689">
                  <a:moveTo>
                    <a:pt x="107534" y="0"/>
                  </a:moveTo>
                  <a:lnTo>
                    <a:pt x="650932" y="0"/>
                  </a:lnTo>
                  <a:cubicBezTo>
                    <a:pt x="679451" y="0"/>
                    <a:pt x="706803" y="11329"/>
                    <a:pt x="726970" y="31496"/>
                  </a:cubicBezTo>
                  <a:cubicBezTo>
                    <a:pt x="747136" y="51663"/>
                    <a:pt x="758466" y="79014"/>
                    <a:pt x="758466" y="107534"/>
                  </a:cubicBezTo>
                  <a:lnTo>
                    <a:pt x="758466" y="177155"/>
                  </a:lnTo>
                  <a:cubicBezTo>
                    <a:pt x="758466" y="236545"/>
                    <a:pt x="710321" y="284689"/>
                    <a:pt x="650932" y="284689"/>
                  </a:cubicBezTo>
                  <a:lnTo>
                    <a:pt x="107534" y="284689"/>
                  </a:lnTo>
                  <a:cubicBezTo>
                    <a:pt x="48145" y="284689"/>
                    <a:pt x="0" y="236545"/>
                    <a:pt x="0" y="177155"/>
                  </a:cubicBezTo>
                  <a:lnTo>
                    <a:pt x="0" y="107534"/>
                  </a:lnTo>
                  <a:cubicBezTo>
                    <a:pt x="0" y="48145"/>
                    <a:pt x="48145" y="0"/>
                    <a:pt x="107534" y="0"/>
                  </a:cubicBezTo>
                  <a:close/>
                </a:path>
              </a:pathLst>
            </a:custGeom>
            <a:solidFill>
              <a:srgbClr val="A159B8"/>
            </a:solidFill>
            <a:ln cap="rnd">
              <a:noFill/>
              <a:prstDash val="solid"/>
              <a:round/>
            </a:ln>
          </p:spPr>
        </p:sp>
        <p:sp>
          <p:nvSpPr>
            <p:cNvPr id="16" name="TextBox 16"/>
            <p:cNvSpPr txBox="1"/>
            <p:nvPr/>
          </p:nvSpPr>
          <p:spPr>
            <a:xfrm>
              <a:off x="0" y="-66675"/>
              <a:ext cx="758466" cy="351364"/>
            </a:xfrm>
            <a:prstGeom prst="rect">
              <a:avLst/>
            </a:prstGeom>
          </p:spPr>
          <p:txBody>
            <a:bodyPr lIns="50800" tIns="50800" rIns="50800" bIns="50800" rtlCol="0" anchor="ctr"/>
            <a:lstStyle/>
            <a:p>
              <a:pPr marL="0" lvl="0" indent="0" algn="ctr">
                <a:lnSpc>
                  <a:spcPts val="2800"/>
                </a:lnSpc>
              </a:pPr>
              <a:endParaRPr/>
            </a:p>
          </p:txBody>
        </p:sp>
      </p:grpSp>
      <p:grpSp>
        <p:nvGrpSpPr>
          <p:cNvPr id="17" name="Group 17"/>
          <p:cNvGrpSpPr/>
          <p:nvPr/>
        </p:nvGrpSpPr>
        <p:grpSpPr>
          <a:xfrm>
            <a:off x="4619957" y="5947327"/>
            <a:ext cx="2879800" cy="1080930"/>
            <a:chOff x="0" y="0"/>
            <a:chExt cx="758466" cy="284689"/>
          </a:xfrm>
        </p:grpSpPr>
        <p:sp>
          <p:nvSpPr>
            <p:cNvPr id="18" name="Freeform 18"/>
            <p:cNvSpPr/>
            <p:nvPr/>
          </p:nvSpPr>
          <p:spPr>
            <a:xfrm>
              <a:off x="0" y="0"/>
              <a:ext cx="758466" cy="284689"/>
            </a:xfrm>
            <a:custGeom>
              <a:avLst/>
              <a:gdLst/>
              <a:ahLst/>
              <a:cxnLst/>
              <a:rect l="l" t="t" r="r" b="b"/>
              <a:pathLst>
                <a:path w="758466" h="284689">
                  <a:moveTo>
                    <a:pt x="107534" y="0"/>
                  </a:moveTo>
                  <a:lnTo>
                    <a:pt x="650932" y="0"/>
                  </a:lnTo>
                  <a:cubicBezTo>
                    <a:pt x="679451" y="0"/>
                    <a:pt x="706803" y="11329"/>
                    <a:pt x="726970" y="31496"/>
                  </a:cubicBezTo>
                  <a:cubicBezTo>
                    <a:pt x="747136" y="51663"/>
                    <a:pt x="758466" y="79014"/>
                    <a:pt x="758466" y="107534"/>
                  </a:cubicBezTo>
                  <a:lnTo>
                    <a:pt x="758466" y="177155"/>
                  </a:lnTo>
                  <a:cubicBezTo>
                    <a:pt x="758466" y="236545"/>
                    <a:pt x="710321" y="284689"/>
                    <a:pt x="650932" y="284689"/>
                  </a:cubicBezTo>
                  <a:lnTo>
                    <a:pt x="107534" y="284689"/>
                  </a:lnTo>
                  <a:cubicBezTo>
                    <a:pt x="48145" y="284689"/>
                    <a:pt x="0" y="236545"/>
                    <a:pt x="0" y="177155"/>
                  </a:cubicBezTo>
                  <a:lnTo>
                    <a:pt x="0" y="107534"/>
                  </a:lnTo>
                  <a:cubicBezTo>
                    <a:pt x="0" y="48145"/>
                    <a:pt x="48145" y="0"/>
                    <a:pt x="107534" y="0"/>
                  </a:cubicBezTo>
                  <a:close/>
                </a:path>
              </a:pathLst>
            </a:custGeom>
            <a:solidFill>
              <a:srgbClr val="A159B8"/>
            </a:solidFill>
            <a:ln cap="rnd">
              <a:noFill/>
              <a:prstDash val="solid"/>
              <a:round/>
            </a:ln>
          </p:spPr>
        </p:sp>
        <p:sp>
          <p:nvSpPr>
            <p:cNvPr id="19" name="TextBox 19"/>
            <p:cNvSpPr txBox="1"/>
            <p:nvPr/>
          </p:nvSpPr>
          <p:spPr>
            <a:xfrm>
              <a:off x="0" y="-66675"/>
              <a:ext cx="758466" cy="351364"/>
            </a:xfrm>
            <a:prstGeom prst="rect">
              <a:avLst/>
            </a:prstGeom>
          </p:spPr>
          <p:txBody>
            <a:bodyPr lIns="50800" tIns="50800" rIns="50800" bIns="50800" rtlCol="0" anchor="ctr"/>
            <a:lstStyle/>
            <a:p>
              <a:pPr marL="0" lvl="0" indent="0" algn="ctr">
                <a:lnSpc>
                  <a:spcPts val="2800"/>
                </a:lnSpc>
              </a:pPr>
              <a:endParaRPr/>
            </a:p>
          </p:txBody>
        </p:sp>
      </p:grpSp>
      <p:sp>
        <p:nvSpPr>
          <p:cNvPr id="20" name="Freeform 20"/>
          <p:cNvSpPr/>
          <p:nvPr/>
        </p:nvSpPr>
        <p:spPr>
          <a:xfrm>
            <a:off x="1913987" y="6027698"/>
            <a:ext cx="657146" cy="925125"/>
          </a:xfrm>
          <a:custGeom>
            <a:avLst/>
            <a:gdLst/>
            <a:ahLst/>
            <a:cxnLst/>
            <a:rect l="l" t="t" r="r" b="b"/>
            <a:pathLst>
              <a:path w="657146" h="925125">
                <a:moveTo>
                  <a:pt x="0" y="0"/>
                </a:moveTo>
                <a:lnTo>
                  <a:pt x="657146" y="0"/>
                </a:lnTo>
                <a:lnTo>
                  <a:pt x="657146" y="925125"/>
                </a:lnTo>
                <a:lnTo>
                  <a:pt x="0" y="925125"/>
                </a:lnTo>
                <a:lnTo>
                  <a:pt x="0" y="0"/>
                </a:lnTo>
                <a:close/>
              </a:path>
            </a:pathLst>
          </a:custGeom>
          <a:blipFill>
            <a:blip r:embed="rId5"/>
            <a:stretch>
              <a:fillRect/>
            </a:stretch>
          </a:blipFill>
        </p:spPr>
      </p:sp>
      <p:sp>
        <p:nvSpPr>
          <p:cNvPr id="21" name="Freeform 21"/>
          <p:cNvSpPr/>
          <p:nvPr/>
        </p:nvSpPr>
        <p:spPr>
          <a:xfrm>
            <a:off x="5089045" y="6064578"/>
            <a:ext cx="751909" cy="853127"/>
          </a:xfrm>
          <a:custGeom>
            <a:avLst/>
            <a:gdLst/>
            <a:ahLst/>
            <a:cxnLst/>
            <a:rect l="l" t="t" r="r" b="b"/>
            <a:pathLst>
              <a:path w="751909" h="853127">
                <a:moveTo>
                  <a:pt x="0" y="0"/>
                </a:moveTo>
                <a:lnTo>
                  <a:pt x="751908" y="0"/>
                </a:lnTo>
                <a:lnTo>
                  <a:pt x="751908" y="853128"/>
                </a:lnTo>
                <a:lnTo>
                  <a:pt x="0" y="853128"/>
                </a:lnTo>
                <a:lnTo>
                  <a:pt x="0" y="0"/>
                </a:lnTo>
                <a:close/>
              </a:path>
            </a:pathLst>
          </a:custGeom>
          <a:blipFill>
            <a:blip r:embed="rId6"/>
            <a:stretch>
              <a:fillRect/>
            </a:stretch>
          </a:blipFill>
        </p:spPr>
      </p:sp>
      <p:sp>
        <p:nvSpPr>
          <p:cNvPr id="24" name="TextBox 24"/>
          <p:cNvSpPr txBox="1"/>
          <p:nvPr/>
        </p:nvSpPr>
        <p:spPr>
          <a:xfrm>
            <a:off x="1506599" y="2308872"/>
            <a:ext cx="6993247" cy="1803580"/>
          </a:xfrm>
          <a:prstGeom prst="rect">
            <a:avLst/>
          </a:prstGeom>
        </p:spPr>
        <p:txBody>
          <a:bodyPr lIns="0" tIns="0" rIns="0" bIns="0" rtlCol="0" anchor="t">
            <a:spAutoFit/>
          </a:bodyPr>
          <a:lstStyle/>
          <a:p>
            <a:pPr marL="0" lvl="0" indent="0" algn="l">
              <a:lnSpc>
                <a:spcPts val="13990"/>
              </a:lnSpc>
              <a:spcBef>
                <a:spcPct val="0"/>
              </a:spcBef>
            </a:pPr>
            <a:r>
              <a:rPr lang="en-US" sz="9992" b="1" dirty="0">
                <a:gradFill>
                  <a:gsLst>
                    <a:gs pos="0">
                      <a:srgbClr val="426CC2">
                        <a:alpha val="100000"/>
                      </a:srgbClr>
                    </a:gs>
                    <a:gs pos="100000">
                      <a:srgbClr val="173268">
                        <a:alpha val="100000"/>
                      </a:srgbClr>
                    </a:gs>
                  </a:gsLst>
                  <a:lin ang="5400000"/>
                </a:gradFill>
                <a:latin typeface="Poppins Bold"/>
                <a:ea typeface="Poppins Bold"/>
                <a:cs typeface="Poppins Bold"/>
                <a:sym typeface="Poppins Bold"/>
              </a:rPr>
              <a:t>Project</a:t>
            </a:r>
          </a:p>
        </p:txBody>
      </p:sp>
      <p:sp>
        <p:nvSpPr>
          <p:cNvPr id="25" name="TextBox 25"/>
          <p:cNvSpPr txBox="1"/>
          <p:nvPr/>
        </p:nvSpPr>
        <p:spPr>
          <a:xfrm>
            <a:off x="1506599" y="3674298"/>
            <a:ext cx="8449701" cy="1803580"/>
          </a:xfrm>
          <a:prstGeom prst="rect">
            <a:avLst/>
          </a:prstGeom>
        </p:spPr>
        <p:txBody>
          <a:bodyPr lIns="0" tIns="0" rIns="0" bIns="0" rtlCol="0" anchor="t">
            <a:spAutoFit/>
          </a:bodyPr>
          <a:lstStyle/>
          <a:p>
            <a:pPr marL="0" lvl="0" indent="0" algn="l">
              <a:lnSpc>
                <a:spcPts val="13990"/>
              </a:lnSpc>
              <a:spcBef>
                <a:spcPct val="0"/>
              </a:spcBef>
            </a:pPr>
            <a:r>
              <a:rPr lang="en-US" sz="9992">
                <a:gradFill>
                  <a:gsLst>
                    <a:gs pos="0">
                      <a:srgbClr val="713784">
                        <a:alpha val="100000"/>
                      </a:srgbClr>
                    </a:gs>
                    <a:gs pos="100000">
                      <a:srgbClr val="A159B8">
                        <a:alpha val="100000"/>
                      </a:srgbClr>
                    </a:gs>
                  </a:gsLst>
                  <a:lin ang="5400000"/>
                </a:gradFill>
                <a:latin typeface="Poppins"/>
                <a:ea typeface="Poppins"/>
                <a:cs typeface="Poppins"/>
                <a:sym typeface="Poppins"/>
              </a:rPr>
              <a:t>Plan</a:t>
            </a:r>
          </a:p>
        </p:txBody>
      </p:sp>
      <p:sp>
        <p:nvSpPr>
          <p:cNvPr id="26" name="TextBox 26"/>
          <p:cNvSpPr txBox="1"/>
          <p:nvPr/>
        </p:nvSpPr>
        <p:spPr>
          <a:xfrm>
            <a:off x="1506599" y="7637857"/>
            <a:ext cx="6356048" cy="718337"/>
          </a:xfrm>
          <a:prstGeom prst="rect">
            <a:avLst/>
          </a:prstGeom>
        </p:spPr>
        <p:txBody>
          <a:bodyPr lIns="0" tIns="0" rIns="0" bIns="0" rtlCol="0" anchor="t">
            <a:spAutoFit/>
          </a:bodyPr>
          <a:lstStyle/>
          <a:p>
            <a:pPr marL="0" lvl="0" indent="0" algn="l">
              <a:lnSpc>
                <a:spcPts val="1881"/>
              </a:lnSpc>
              <a:spcBef>
                <a:spcPct val="0"/>
              </a:spcBef>
            </a:pPr>
            <a:r>
              <a:rPr lang="en-US" sz="1344">
                <a:solidFill>
                  <a:srgbClr val="3B3B3B"/>
                </a:solidFill>
                <a:latin typeface="Poppins"/>
                <a:ea typeface="Poppins"/>
                <a:cs typeface="Poppins"/>
                <a:sym typeface="Poppins"/>
              </a:rPr>
              <a:t>Weeks 1–2: Requirement Analysis &amp; System Design. Weeks 3–7: Module Development &amp; Integration. Weeks 8–10: Testing, Bug Fixes, Documentation &amp; Final Presentation.</a:t>
            </a:r>
          </a:p>
        </p:txBody>
      </p:sp>
      <p:sp>
        <p:nvSpPr>
          <p:cNvPr id="27" name="TextBox 27"/>
          <p:cNvSpPr txBox="1"/>
          <p:nvPr/>
        </p:nvSpPr>
        <p:spPr>
          <a:xfrm>
            <a:off x="2946499" y="6108380"/>
            <a:ext cx="997451" cy="632460"/>
          </a:xfrm>
          <a:prstGeom prst="rect">
            <a:avLst/>
          </a:prstGeom>
        </p:spPr>
        <p:txBody>
          <a:bodyPr lIns="0" tIns="0" rIns="0" bIns="0" rtlCol="0" anchor="t">
            <a:spAutoFit/>
          </a:bodyPr>
          <a:lstStyle/>
          <a:p>
            <a:pPr marL="0" lvl="0" indent="0" algn="l">
              <a:lnSpc>
                <a:spcPts val="2415"/>
              </a:lnSpc>
            </a:pPr>
            <a:r>
              <a:rPr lang="en-US" sz="2100" b="1">
                <a:solidFill>
                  <a:srgbClr val="FFFFFF"/>
                </a:solidFill>
                <a:latin typeface="Poppins Bold"/>
                <a:ea typeface="Poppins Bold"/>
                <a:cs typeface="Poppins Bold"/>
                <a:sym typeface="Poppins Bold"/>
              </a:rPr>
              <a:t>Phases  1–4</a:t>
            </a:r>
          </a:p>
        </p:txBody>
      </p:sp>
      <p:sp>
        <p:nvSpPr>
          <p:cNvPr id="28" name="TextBox 28"/>
          <p:cNvSpPr txBox="1"/>
          <p:nvPr/>
        </p:nvSpPr>
        <p:spPr>
          <a:xfrm>
            <a:off x="6059857" y="6108380"/>
            <a:ext cx="997451" cy="632460"/>
          </a:xfrm>
          <a:prstGeom prst="rect">
            <a:avLst/>
          </a:prstGeom>
        </p:spPr>
        <p:txBody>
          <a:bodyPr lIns="0" tIns="0" rIns="0" bIns="0" rtlCol="0" anchor="t">
            <a:spAutoFit/>
          </a:bodyPr>
          <a:lstStyle/>
          <a:p>
            <a:pPr marL="0" lvl="0" indent="0" algn="l">
              <a:lnSpc>
                <a:spcPts val="2415"/>
              </a:lnSpc>
            </a:pPr>
            <a:r>
              <a:rPr lang="en-US" sz="2100" b="1">
                <a:solidFill>
                  <a:srgbClr val="FFFFFF"/>
                </a:solidFill>
                <a:latin typeface="Poppins Bold"/>
                <a:ea typeface="Poppins Bold"/>
                <a:cs typeface="Poppins Bold"/>
                <a:sym typeface="Poppins Bold"/>
              </a:rPr>
              <a:t>Phases  5–6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TotalTime>
  <Words>417</Words>
  <Application>Microsoft Office PowerPoint</Application>
  <PresentationFormat>Custom</PresentationFormat>
  <Paragraphs>59</Paragraphs>
  <Slides>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Poppins Bold</vt:lpstr>
      <vt:lpstr>Calibri</vt:lpstr>
      <vt:lpstr>Poppins Bold Italics</vt:lpstr>
      <vt:lpstr>Arial</vt:lpstr>
      <vt:lpstr>Poppins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Online Exam Analytics Tool Overview</dc:title>
  <cp:lastModifiedBy>Vamaraju Sai Sahith</cp:lastModifiedBy>
  <cp:revision>9</cp:revision>
  <dcterms:created xsi:type="dcterms:W3CDTF">2006-08-16T00:00:00Z</dcterms:created>
  <dcterms:modified xsi:type="dcterms:W3CDTF">2026-08-05T03:21:51Z</dcterms:modified>
  <dc:identifier>DAHRYLAWTog</dc:identifier>
</cp:coreProperties>
</file>